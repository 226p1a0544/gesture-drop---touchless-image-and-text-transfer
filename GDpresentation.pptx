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60" r:id="rId5"/>
    <p:sldId id="262" r:id="rId6"/>
    <p:sldId id="261" r:id="rId7"/>
    <p:sldId id="263" r:id="rId8"/>
    <p:sldId id="266" r:id="rId9"/>
    <p:sldId id="267" r:id="rId10"/>
    <p:sldId id="268" r:id="rId11"/>
    <p:sldId id="269" r:id="rId12"/>
    <p:sldId id="270" r:id="rId13"/>
    <p:sldId id="271" r:id="rId14"/>
    <p:sldId id="272" r:id="rId15"/>
    <p:sldId id="273" r:id="rId16"/>
    <p:sldId id="274" r:id="rId17"/>
    <p:sldId id="276" r:id="rId18"/>
    <p:sldId id="277" r:id="rId19"/>
    <p:sldId id="284" r:id="rId20"/>
    <p:sldId id="278" r:id="rId21"/>
    <p:sldId id="279" r:id="rId22"/>
    <p:sldId id="280" r:id="rId23"/>
    <p:sldId id="281" r:id="rId24"/>
    <p:sldId id="283" r:id="rId25"/>
    <p:sldId id="25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CEE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32028-7587-4704-BA21-8B4DA5F89170}" v="43" dt="2025-11-12T09:56:29.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56" autoAdjust="0"/>
    <p:restoredTop sz="94660"/>
  </p:normalViewPr>
  <p:slideViewPr>
    <p:cSldViewPr snapToGrid="0">
      <p:cViewPr>
        <p:scale>
          <a:sx n="75" d="100"/>
          <a:sy n="75" d="100"/>
        </p:scale>
        <p:origin x="53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KHANNA" userId="4ed2b3b18f631d2d" providerId="LiveId" clId="{B0E800F2-33E8-4F6A-9748-7152C1EFDF74}"/>
    <pc:docChg chg="undo custSel addSld delSld modSld">
      <pc:chgData name="RAJESH KHANNA" userId="4ed2b3b18f631d2d" providerId="LiveId" clId="{B0E800F2-33E8-4F6A-9748-7152C1EFDF74}" dt="2025-11-12T09:56:49.013" v="335" actId="1076"/>
      <pc:docMkLst>
        <pc:docMk/>
      </pc:docMkLst>
      <pc:sldChg chg="addSp delSp modSp mod">
        <pc:chgData name="RAJESH KHANNA" userId="4ed2b3b18f631d2d" providerId="LiveId" clId="{B0E800F2-33E8-4F6A-9748-7152C1EFDF74}" dt="2025-11-12T09:56:49.013" v="335" actId="1076"/>
        <pc:sldMkLst>
          <pc:docMk/>
          <pc:sldMk cId="1712502551" sldId="274"/>
        </pc:sldMkLst>
        <pc:spChg chg="mod">
          <ac:chgData name="RAJESH KHANNA" userId="4ed2b3b18f631d2d" providerId="LiveId" clId="{B0E800F2-33E8-4F6A-9748-7152C1EFDF74}" dt="2025-11-12T09:36:19.337" v="178" actId="1076"/>
          <ac:spMkLst>
            <pc:docMk/>
            <pc:sldMk cId="1712502551" sldId="274"/>
            <ac:spMk id="3" creationId="{42118EDD-1E3B-CAE8-42CA-94A2DA104762}"/>
          </ac:spMkLst>
        </pc:spChg>
        <pc:spChg chg="mod">
          <ac:chgData name="RAJESH KHANNA" userId="4ed2b3b18f631d2d" providerId="LiveId" clId="{B0E800F2-33E8-4F6A-9748-7152C1EFDF74}" dt="2025-11-12T09:36:39.391" v="182" actId="1076"/>
          <ac:spMkLst>
            <pc:docMk/>
            <pc:sldMk cId="1712502551" sldId="274"/>
            <ac:spMk id="4" creationId="{A8B803E7-B676-DF13-F2F7-077E494A5310}"/>
          </ac:spMkLst>
        </pc:spChg>
        <pc:spChg chg="add del mod">
          <ac:chgData name="RAJESH KHANNA" userId="4ed2b3b18f631d2d" providerId="LiveId" clId="{B0E800F2-33E8-4F6A-9748-7152C1EFDF74}" dt="2025-11-12T09:54:17.923" v="318" actId="478"/>
          <ac:spMkLst>
            <pc:docMk/>
            <pc:sldMk cId="1712502551" sldId="274"/>
            <ac:spMk id="6" creationId="{E11A6B77-6221-50F6-B0DC-6562AA814DAC}"/>
          </ac:spMkLst>
        </pc:spChg>
        <pc:spChg chg="add del mod">
          <ac:chgData name="RAJESH KHANNA" userId="4ed2b3b18f631d2d" providerId="LiveId" clId="{B0E800F2-33E8-4F6A-9748-7152C1EFDF74}" dt="2025-11-12T09:30:17.254" v="145" actId="478"/>
          <ac:spMkLst>
            <pc:docMk/>
            <pc:sldMk cId="1712502551" sldId="274"/>
            <ac:spMk id="15" creationId="{9384862F-37EE-532A-9C61-610F7BAFFC5A}"/>
          </ac:spMkLst>
        </pc:spChg>
        <pc:spChg chg="mod">
          <ac:chgData name="RAJESH KHANNA" userId="4ed2b3b18f631d2d" providerId="LiveId" clId="{B0E800F2-33E8-4F6A-9748-7152C1EFDF74}" dt="2025-11-12T09:37:15.011" v="188" actId="1076"/>
          <ac:spMkLst>
            <pc:docMk/>
            <pc:sldMk cId="1712502551" sldId="274"/>
            <ac:spMk id="22" creationId="{198F55E4-99FC-C12F-A8E5-030A24AFBC7D}"/>
          </ac:spMkLst>
        </pc:spChg>
        <pc:spChg chg="mod">
          <ac:chgData name="RAJESH KHANNA" userId="4ed2b3b18f631d2d" providerId="LiveId" clId="{B0E800F2-33E8-4F6A-9748-7152C1EFDF74}" dt="2025-11-12T09:42:10.252" v="227" actId="1076"/>
          <ac:spMkLst>
            <pc:docMk/>
            <pc:sldMk cId="1712502551" sldId="274"/>
            <ac:spMk id="24" creationId="{78074F07-7278-BCD6-91D1-3BC42F2DBFA9}"/>
          </ac:spMkLst>
        </pc:spChg>
        <pc:spChg chg="mod">
          <ac:chgData name="RAJESH KHANNA" userId="4ed2b3b18f631d2d" providerId="LiveId" clId="{B0E800F2-33E8-4F6A-9748-7152C1EFDF74}" dt="2025-11-12T09:42:43.893" v="232" actId="1076"/>
          <ac:spMkLst>
            <pc:docMk/>
            <pc:sldMk cId="1712502551" sldId="274"/>
            <ac:spMk id="26" creationId="{19D66D74-9E68-A8C2-965C-652139260DB9}"/>
          </ac:spMkLst>
        </pc:spChg>
        <pc:spChg chg="mod">
          <ac:chgData name="RAJESH KHANNA" userId="4ed2b3b18f631d2d" providerId="LiveId" clId="{B0E800F2-33E8-4F6A-9748-7152C1EFDF74}" dt="2025-11-12T09:43:15.382" v="237" actId="1076"/>
          <ac:spMkLst>
            <pc:docMk/>
            <pc:sldMk cId="1712502551" sldId="274"/>
            <ac:spMk id="27" creationId="{41E6D503-ED23-8C6D-04B4-E6D7E850658C}"/>
          </ac:spMkLst>
        </pc:spChg>
        <pc:spChg chg="del">
          <ac:chgData name="RAJESH KHANNA" userId="4ed2b3b18f631d2d" providerId="LiveId" clId="{B0E800F2-33E8-4F6A-9748-7152C1EFDF74}" dt="2025-11-12T07:52:34.046" v="26" actId="21"/>
          <ac:spMkLst>
            <pc:docMk/>
            <pc:sldMk cId="1712502551" sldId="274"/>
            <ac:spMk id="33" creationId="{520DB33E-E16B-A790-4AFA-29C63FF8E76D}"/>
          </ac:spMkLst>
        </pc:spChg>
        <pc:spChg chg="mod">
          <ac:chgData name="RAJESH KHANNA" userId="4ed2b3b18f631d2d" providerId="LiveId" clId="{B0E800F2-33E8-4F6A-9748-7152C1EFDF74}" dt="2025-11-12T09:36:49.200" v="184" actId="1076"/>
          <ac:spMkLst>
            <pc:docMk/>
            <pc:sldMk cId="1712502551" sldId="274"/>
            <ac:spMk id="34" creationId="{9F914CBE-DB2C-B305-B6BA-FE24D3B52709}"/>
          </ac:spMkLst>
        </pc:spChg>
        <pc:spChg chg="del mod">
          <ac:chgData name="RAJESH KHANNA" userId="4ed2b3b18f631d2d" providerId="LiveId" clId="{B0E800F2-33E8-4F6A-9748-7152C1EFDF74}" dt="2025-11-12T09:34:37.089" v="173" actId="478"/>
          <ac:spMkLst>
            <pc:docMk/>
            <pc:sldMk cId="1712502551" sldId="274"/>
            <ac:spMk id="36" creationId="{4E8E82DC-AA92-1980-10D2-D9B169F359E2}"/>
          </ac:spMkLst>
        </pc:spChg>
        <pc:spChg chg="mod">
          <ac:chgData name="RAJESH KHANNA" userId="4ed2b3b18f631d2d" providerId="LiveId" clId="{B0E800F2-33E8-4F6A-9748-7152C1EFDF74}" dt="2025-11-12T09:53:13.315" v="308" actId="1076"/>
          <ac:spMkLst>
            <pc:docMk/>
            <pc:sldMk cId="1712502551" sldId="274"/>
            <ac:spMk id="39" creationId="{7557F169-F51D-5C43-CBB9-C912D34F9837}"/>
          </ac:spMkLst>
        </pc:spChg>
        <pc:spChg chg="add mod">
          <ac:chgData name="RAJESH KHANNA" userId="4ed2b3b18f631d2d" providerId="LiveId" clId="{B0E800F2-33E8-4F6A-9748-7152C1EFDF74}" dt="2025-11-12T09:54:24.578" v="319" actId="1076"/>
          <ac:spMkLst>
            <pc:docMk/>
            <pc:sldMk cId="1712502551" sldId="274"/>
            <ac:spMk id="51" creationId="{5AB65B0C-B844-4D6E-8E82-8F1F301A0D1E}"/>
          </ac:spMkLst>
        </pc:spChg>
        <pc:spChg chg="add mod">
          <ac:chgData name="RAJESH KHANNA" userId="4ed2b3b18f631d2d" providerId="LiveId" clId="{B0E800F2-33E8-4F6A-9748-7152C1EFDF74}" dt="2025-11-12T09:53:44.424" v="313" actId="1076"/>
          <ac:spMkLst>
            <pc:docMk/>
            <pc:sldMk cId="1712502551" sldId="274"/>
            <ac:spMk id="68" creationId="{63F5F13A-0375-3788-5AE0-95A9F76CC677}"/>
          </ac:spMkLst>
        </pc:spChg>
        <pc:spChg chg="del mod">
          <ac:chgData name="RAJESH KHANNA" userId="4ed2b3b18f631d2d" providerId="LiveId" clId="{B0E800F2-33E8-4F6A-9748-7152C1EFDF74}" dt="2025-11-12T09:56:16.668" v="328" actId="478"/>
          <ac:spMkLst>
            <pc:docMk/>
            <pc:sldMk cId="1712502551" sldId="274"/>
            <ac:spMk id="76" creationId="{A1549685-0785-34B2-D56C-7CB9028AABAE}"/>
          </ac:spMkLst>
        </pc:spChg>
        <pc:spChg chg="mod">
          <ac:chgData name="RAJESH KHANNA" userId="4ed2b3b18f631d2d" providerId="LiveId" clId="{B0E800F2-33E8-4F6A-9748-7152C1EFDF74}" dt="2025-11-12T09:56:49.013" v="335" actId="1076"/>
          <ac:spMkLst>
            <pc:docMk/>
            <pc:sldMk cId="1712502551" sldId="274"/>
            <ac:spMk id="78" creationId="{CE7175F2-BFA2-C0F3-C83A-556F51C98ECB}"/>
          </ac:spMkLst>
        </pc:spChg>
        <pc:spChg chg="del mod">
          <ac:chgData name="RAJESH KHANNA" userId="4ed2b3b18f631d2d" providerId="LiveId" clId="{B0E800F2-33E8-4F6A-9748-7152C1EFDF74}" dt="2025-11-12T07:50:34.620" v="15" actId="478"/>
          <ac:spMkLst>
            <pc:docMk/>
            <pc:sldMk cId="1712502551" sldId="274"/>
            <ac:spMk id="79" creationId="{2AC930A9-7625-8B43-F04D-5D9B2792C193}"/>
          </ac:spMkLst>
        </pc:spChg>
        <pc:spChg chg="mod">
          <ac:chgData name="RAJESH KHANNA" userId="4ed2b3b18f631d2d" providerId="LiveId" clId="{B0E800F2-33E8-4F6A-9748-7152C1EFDF74}" dt="2025-11-12T09:45:30.244" v="252" actId="1076"/>
          <ac:spMkLst>
            <pc:docMk/>
            <pc:sldMk cId="1712502551" sldId="274"/>
            <ac:spMk id="91" creationId="{92F2FE48-60B1-E9F9-0A7F-E5B704A42639}"/>
          </ac:spMkLst>
        </pc:spChg>
        <pc:spChg chg="add mod">
          <ac:chgData name="RAJESH KHANNA" userId="4ed2b3b18f631d2d" providerId="LiveId" clId="{B0E800F2-33E8-4F6A-9748-7152C1EFDF74}" dt="2025-11-12T09:46:48.919" v="281" actId="1076"/>
          <ac:spMkLst>
            <pc:docMk/>
            <pc:sldMk cId="1712502551" sldId="274"/>
            <ac:spMk id="96" creationId="{F4AD146C-C591-2EB1-FA4B-320035B0944A}"/>
          </ac:spMkLst>
        </pc:spChg>
        <pc:grpChg chg="mod">
          <ac:chgData name="RAJESH KHANNA" userId="4ed2b3b18f631d2d" providerId="LiveId" clId="{B0E800F2-33E8-4F6A-9748-7152C1EFDF74}" dt="2025-11-12T09:56:20.721" v="330" actId="1076"/>
          <ac:grpSpMkLst>
            <pc:docMk/>
            <pc:sldMk cId="1712502551" sldId="274"/>
            <ac:grpSpMk id="5" creationId="{F1479F11-5375-AE94-CB42-AC1230CA7D58}"/>
          </ac:grpSpMkLst>
        </pc:grpChg>
        <pc:picChg chg="mod">
          <ac:chgData name="RAJESH KHANNA" userId="4ed2b3b18f631d2d" providerId="LiveId" clId="{B0E800F2-33E8-4F6A-9748-7152C1EFDF74}" dt="2025-11-12T09:36:13.799" v="177" actId="1076"/>
          <ac:picMkLst>
            <pc:docMk/>
            <pc:sldMk cId="1712502551" sldId="274"/>
            <ac:picMk id="8" creationId="{64234CFC-766A-BA71-927B-8CA1EF0C7C06}"/>
          </ac:picMkLst>
        </pc:picChg>
        <pc:picChg chg="mod">
          <ac:chgData name="RAJESH KHANNA" userId="4ed2b3b18f631d2d" providerId="LiveId" clId="{B0E800F2-33E8-4F6A-9748-7152C1EFDF74}" dt="2025-11-12T09:36:35.734" v="181" actId="1076"/>
          <ac:picMkLst>
            <pc:docMk/>
            <pc:sldMk cId="1712502551" sldId="274"/>
            <ac:picMk id="11" creationId="{D8E80873-92F9-4D54-1B7A-02ECA12EA1E0}"/>
          </ac:picMkLst>
        </pc:picChg>
        <pc:picChg chg="del mod">
          <ac:chgData name="RAJESH KHANNA" userId="4ed2b3b18f631d2d" providerId="LiveId" clId="{B0E800F2-33E8-4F6A-9748-7152C1EFDF74}" dt="2025-11-12T07:51:42.856" v="24" actId="21"/>
          <ac:picMkLst>
            <pc:docMk/>
            <pc:sldMk cId="1712502551" sldId="274"/>
            <ac:picMk id="15" creationId="{A80630D6-4EED-5F0C-08EF-9FF8D0BAD901}"/>
          </ac:picMkLst>
        </pc:picChg>
        <pc:picChg chg="mod">
          <ac:chgData name="RAJESH KHANNA" userId="4ed2b3b18f631d2d" providerId="LiveId" clId="{B0E800F2-33E8-4F6A-9748-7152C1EFDF74}" dt="2025-11-12T09:37:10.075" v="187" actId="1076"/>
          <ac:picMkLst>
            <pc:docMk/>
            <pc:sldMk cId="1712502551" sldId="274"/>
            <ac:picMk id="17" creationId="{CFAEE19D-0681-19E5-7116-A41D22185F98}"/>
          </ac:picMkLst>
        </pc:picChg>
        <pc:picChg chg="mod">
          <ac:chgData name="RAJESH KHANNA" userId="4ed2b3b18f631d2d" providerId="LiveId" clId="{B0E800F2-33E8-4F6A-9748-7152C1EFDF74}" dt="2025-11-12T09:42:33.545" v="231" actId="1076"/>
          <ac:picMkLst>
            <pc:docMk/>
            <pc:sldMk cId="1712502551" sldId="274"/>
            <ac:picMk id="20" creationId="{4E397C38-58B6-BDC7-3625-60001A33C438}"/>
          </ac:picMkLst>
        </pc:picChg>
        <pc:picChg chg="add del mod">
          <ac:chgData name="RAJESH KHANNA" userId="4ed2b3b18f631d2d" providerId="LiveId" clId="{B0E800F2-33E8-4F6A-9748-7152C1EFDF74}" dt="2025-11-12T09:33:51.404" v="168" actId="478"/>
          <ac:picMkLst>
            <pc:docMk/>
            <pc:sldMk cId="1712502551" sldId="274"/>
            <ac:picMk id="23" creationId="{72B25152-C2F3-D7D5-4BA9-54A0253A4964}"/>
          </ac:picMkLst>
        </pc:picChg>
        <pc:picChg chg="add del mod ord">
          <ac:chgData name="RAJESH KHANNA" userId="4ed2b3b18f631d2d" providerId="LiveId" clId="{B0E800F2-33E8-4F6A-9748-7152C1EFDF74}" dt="2025-11-12T09:30:20.327" v="147" actId="21"/>
          <ac:picMkLst>
            <pc:docMk/>
            <pc:sldMk cId="1712502551" sldId="274"/>
            <ac:picMk id="28" creationId="{EE2E8A9B-66CD-A881-5F99-F6F91051B14C}"/>
          </ac:picMkLst>
        </pc:picChg>
        <pc:picChg chg="mod">
          <ac:chgData name="RAJESH KHANNA" userId="4ed2b3b18f631d2d" providerId="LiveId" clId="{B0E800F2-33E8-4F6A-9748-7152C1EFDF74}" dt="2025-11-12T09:42:05.728" v="226" actId="1076"/>
          <ac:picMkLst>
            <pc:docMk/>
            <pc:sldMk cId="1712502551" sldId="274"/>
            <ac:picMk id="30" creationId="{ABDDAFAB-272A-DA9B-82FE-D7E3631C5805}"/>
          </ac:picMkLst>
        </pc:picChg>
        <pc:picChg chg="mod">
          <ac:chgData name="RAJESH KHANNA" userId="4ed2b3b18f631d2d" providerId="LiveId" clId="{B0E800F2-33E8-4F6A-9748-7152C1EFDF74}" dt="2025-11-12T09:43:10.642" v="236" actId="1076"/>
          <ac:picMkLst>
            <pc:docMk/>
            <pc:sldMk cId="1712502551" sldId="274"/>
            <ac:picMk id="32" creationId="{E919E2E9-61B8-0F52-4ED6-71A4E68382FD}"/>
          </ac:picMkLst>
        </pc:picChg>
        <pc:picChg chg="add mod">
          <ac:chgData name="RAJESH KHANNA" userId="4ed2b3b18f631d2d" providerId="LiveId" clId="{B0E800F2-33E8-4F6A-9748-7152C1EFDF74}" dt="2025-11-12T09:54:52.399" v="327" actId="688"/>
          <ac:picMkLst>
            <pc:docMk/>
            <pc:sldMk cId="1712502551" sldId="274"/>
            <ac:picMk id="33" creationId="{F58FB042-427D-DC98-32CE-652A9417E8E1}"/>
          </ac:picMkLst>
        </pc:picChg>
        <pc:picChg chg="add mod">
          <ac:chgData name="RAJESH KHANNA" userId="4ed2b3b18f631d2d" providerId="LiveId" clId="{B0E800F2-33E8-4F6A-9748-7152C1EFDF74}" dt="2025-11-12T09:56:29.342" v="331" actId="1076"/>
          <ac:picMkLst>
            <pc:docMk/>
            <pc:sldMk cId="1712502551" sldId="274"/>
            <ac:picMk id="98" creationId="{E7ED65B9-D095-24C1-8245-02462138451A}"/>
          </ac:picMkLst>
        </pc:picChg>
        <pc:cxnChg chg="mod">
          <ac:chgData name="RAJESH KHANNA" userId="4ed2b3b18f631d2d" providerId="LiveId" clId="{B0E800F2-33E8-4F6A-9748-7152C1EFDF74}" dt="2025-11-12T07:55:17.935" v="54" actId="14100"/>
          <ac:cxnSpMkLst>
            <pc:docMk/>
            <pc:sldMk cId="1712502551" sldId="274"/>
            <ac:cxnSpMk id="7" creationId="{AFB6601C-09FB-C881-BB6B-C2826A92FF45}"/>
          </ac:cxnSpMkLst>
        </pc:cxnChg>
        <pc:cxnChg chg="mod">
          <ac:chgData name="RAJESH KHANNA" userId="4ed2b3b18f631d2d" providerId="LiveId" clId="{B0E800F2-33E8-4F6A-9748-7152C1EFDF74}" dt="2025-11-12T07:54:12.472" v="45" actId="1076"/>
          <ac:cxnSpMkLst>
            <pc:docMk/>
            <pc:sldMk cId="1712502551" sldId="274"/>
            <ac:cxnSpMk id="9" creationId="{B17B3B1B-DB09-1CE2-5479-99F4D2FB92EC}"/>
          </ac:cxnSpMkLst>
        </pc:cxnChg>
        <pc:cxnChg chg="mod">
          <ac:chgData name="RAJESH KHANNA" userId="4ed2b3b18f631d2d" providerId="LiveId" clId="{B0E800F2-33E8-4F6A-9748-7152C1EFDF74}" dt="2025-11-12T07:53:38.358" v="38" actId="1076"/>
          <ac:cxnSpMkLst>
            <pc:docMk/>
            <pc:sldMk cId="1712502551" sldId="274"/>
            <ac:cxnSpMk id="10" creationId="{96D2A8C1-FEE9-F6F4-39FE-2914EADEDC21}"/>
          </ac:cxnSpMkLst>
        </pc:cxnChg>
        <pc:cxnChg chg="mod">
          <ac:chgData name="RAJESH KHANNA" userId="4ed2b3b18f631d2d" providerId="LiveId" clId="{B0E800F2-33E8-4F6A-9748-7152C1EFDF74}" dt="2025-11-12T07:53:45.030" v="39" actId="1076"/>
          <ac:cxnSpMkLst>
            <pc:docMk/>
            <pc:sldMk cId="1712502551" sldId="274"/>
            <ac:cxnSpMk id="12" creationId="{A67A631D-A178-B337-8D5D-89A026E07016}"/>
          </ac:cxnSpMkLst>
        </pc:cxnChg>
        <pc:cxnChg chg="add del mod">
          <ac:chgData name="RAJESH KHANNA" userId="4ed2b3b18f631d2d" providerId="LiveId" clId="{B0E800F2-33E8-4F6A-9748-7152C1EFDF74}" dt="2025-11-12T09:29:38.477" v="141" actId="11529"/>
          <ac:cxnSpMkLst>
            <pc:docMk/>
            <pc:sldMk cId="1712502551" sldId="274"/>
            <ac:cxnSpMk id="14" creationId="{2C811D20-FF60-8F2C-8344-D907AC2F0E8A}"/>
          </ac:cxnSpMkLst>
        </pc:cxnChg>
        <pc:cxnChg chg="add del mod">
          <ac:chgData name="RAJESH KHANNA" userId="4ed2b3b18f631d2d" providerId="LiveId" clId="{B0E800F2-33E8-4F6A-9748-7152C1EFDF74}" dt="2025-11-12T09:31:31.650" v="157" actId="21"/>
          <ac:cxnSpMkLst>
            <pc:docMk/>
            <pc:sldMk cId="1712502551" sldId="274"/>
            <ac:cxnSpMk id="18" creationId="{65E90171-B242-71B1-89D8-B552CC312819}"/>
          </ac:cxnSpMkLst>
        </pc:cxnChg>
        <pc:cxnChg chg="add del">
          <ac:chgData name="RAJESH KHANNA" userId="4ed2b3b18f631d2d" providerId="LiveId" clId="{B0E800F2-33E8-4F6A-9748-7152C1EFDF74}" dt="2025-11-12T09:31:22.632" v="155" actId="21"/>
          <ac:cxnSpMkLst>
            <pc:docMk/>
            <pc:sldMk cId="1712502551" sldId="274"/>
            <ac:cxnSpMk id="21" creationId="{53FE0C56-D456-FD35-AB97-60651558B072}"/>
          </ac:cxnSpMkLst>
        </pc:cxnChg>
        <pc:cxnChg chg="mod">
          <ac:chgData name="RAJESH KHANNA" userId="4ed2b3b18f631d2d" providerId="LiveId" clId="{B0E800F2-33E8-4F6A-9748-7152C1EFDF74}" dt="2025-11-12T09:38:42.576" v="197" actId="1076"/>
          <ac:cxnSpMkLst>
            <pc:docMk/>
            <pc:sldMk cId="1712502551" sldId="274"/>
            <ac:cxnSpMk id="29" creationId="{4099510B-83F4-F5EA-54DC-98D88F2C4564}"/>
          </ac:cxnSpMkLst>
        </pc:cxnChg>
        <pc:cxnChg chg="mod">
          <ac:chgData name="RAJESH KHANNA" userId="4ed2b3b18f631d2d" providerId="LiveId" clId="{B0E800F2-33E8-4F6A-9748-7152C1EFDF74}" dt="2025-11-12T09:44:07.572" v="245" actId="14100"/>
          <ac:cxnSpMkLst>
            <pc:docMk/>
            <pc:sldMk cId="1712502551" sldId="274"/>
            <ac:cxnSpMk id="35" creationId="{8B29FA34-67EC-557B-48D8-BBA86A69AE58}"/>
          </ac:cxnSpMkLst>
        </pc:cxnChg>
        <pc:cxnChg chg="mod">
          <ac:chgData name="RAJESH KHANNA" userId="4ed2b3b18f631d2d" providerId="LiveId" clId="{B0E800F2-33E8-4F6A-9748-7152C1EFDF74}" dt="2025-11-12T09:53:51.519" v="314" actId="1076"/>
          <ac:cxnSpMkLst>
            <pc:docMk/>
            <pc:sldMk cId="1712502551" sldId="274"/>
            <ac:cxnSpMk id="37" creationId="{19F372E4-8599-8809-960B-EAC097F8440F}"/>
          </ac:cxnSpMkLst>
        </pc:cxnChg>
        <pc:cxnChg chg="mod">
          <ac:chgData name="RAJESH KHANNA" userId="4ed2b3b18f631d2d" providerId="LiveId" clId="{B0E800F2-33E8-4F6A-9748-7152C1EFDF74}" dt="2025-11-12T07:54:54.544" v="51" actId="14100"/>
          <ac:cxnSpMkLst>
            <pc:docMk/>
            <pc:sldMk cId="1712502551" sldId="274"/>
            <ac:cxnSpMk id="38" creationId="{061C3D9A-E565-561A-5108-F9F2F3F31409}"/>
          </ac:cxnSpMkLst>
        </pc:cxnChg>
        <pc:cxnChg chg="mod">
          <ac:chgData name="RAJESH KHANNA" userId="4ed2b3b18f631d2d" providerId="LiveId" clId="{B0E800F2-33E8-4F6A-9748-7152C1EFDF74}" dt="2025-11-12T09:44:03.367" v="244" actId="14100"/>
          <ac:cxnSpMkLst>
            <pc:docMk/>
            <pc:sldMk cId="1712502551" sldId="274"/>
            <ac:cxnSpMk id="41" creationId="{43D7AC2E-E4B4-3BFD-69B3-E47C76727C0A}"/>
          </ac:cxnSpMkLst>
        </pc:cxnChg>
        <pc:cxnChg chg="mod">
          <ac:chgData name="RAJESH KHANNA" userId="4ed2b3b18f631d2d" providerId="LiveId" clId="{B0E800F2-33E8-4F6A-9748-7152C1EFDF74}" dt="2025-11-12T09:43:58.364" v="243" actId="14100"/>
          <ac:cxnSpMkLst>
            <pc:docMk/>
            <pc:sldMk cId="1712502551" sldId="274"/>
            <ac:cxnSpMk id="42" creationId="{DC6C12E6-1A30-F43E-6F35-0B62B97A230E}"/>
          </ac:cxnSpMkLst>
        </pc:cxnChg>
        <pc:cxnChg chg="mod">
          <ac:chgData name="RAJESH KHANNA" userId="4ed2b3b18f631d2d" providerId="LiveId" clId="{B0E800F2-33E8-4F6A-9748-7152C1EFDF74}" dt="2025-11-12T09:42:29.042" v="230" actId="14100"/>
          <ac:cxnSpMkLst>
            <pc:docMk/>
            <pc:sldMk cId="1712502551" sldId="274"/>
            <ac:cxnSpMk id="43" creationId="{9C75CBDA-B6F5-12C7-37DF-4248B22C790A}"/>
          </ac:cxnSpMkLst>
        </pc:cxnChg>
        <pc:cxnChg chg="mod">
          <ac:chgData name="RAJESH KHANNA" userId="4ed2b3b18f631d2d" providerId="LiveId" clId="{B0E800F2-33E8-4F6A-9748-7152C1EFDF74}" dt="2025-11-12T09:44:18.359" v="248" actId="14100"/>
          <ac:cxnSpMkLst>
            <pc:docMk/>
            <pc:sldMk cId="1712502551" sldId="274"/>
            <ac:cxnSpMk id="44" creationId="{3EBF2927-65C1-9601-7A35-67D9BCB4E485}"/>
          </ac:cxnSpMkLst>
        </pc:cxnChg>
        <pc:cxnChg chg="mod">
          <ac:chgData name="RAJESH KHANNA" userId="4ed2b3b18f631d2d" providerId="LiveId" clId="{B0E800F2-33E8-4F6A-9748-7152C1EFDF74}" dt="2025-11-12T09:43:39.870" v="240" actId="14100"/>
          <ac:cxnSpMkLst>
            <pc:docMk/>
            <pc:sldMk cId="1712502551" sldId="274"/>
            <ac:cxnSpMk id="45" creationId="{FD172FC6-AC72-B9EB-5A5B-2517E05D5084}"/>
          </ac:cxnSpMkLst>
        </pc:cxnChg>
        <pc:cxnChg chg="mod">
          <ac:chgData name="RAJESH KHANNA" userId="4ed2b3b18f631d2d" providerId="LiveId" clId="{B0E800F2-33E8-4F6A-9748-7152C1EFDF74}" dt="2025-11-12T09:56:39.275" v="332" actId="1076"/>
          <ac:cxnSpMkLst>
            <pc:docMk/>
            <pc:sldMk cId="1712502551" sldId="274"/>
            <ac:cxnSpMk id="50" creationId="{C8408381-35F2-72FA-4B9F-09A13FF5BE9B}"/>
          </ac:cxnSpMkLst>
        </pc:cxnChg>
        <pc:cxnChg chg="mod">
          <ac:chgData name="RAJESH KHANNA" userId="4ed2b3b18f631d2d" providerId="LiveId" clId="{B0E800F2-33E8-4F6A-9748-7152C1EFDF74}" dt="2025-11-12T07:54:39.446" v="49" actId="14100"/>
          <ac:cxnSpMkLst>
            <pc:docMk/>
            <pc:sldMk cId="1712502551" sldId="274"/>
            <ac:cxnSpMk id="52" creationId="{35402AE6-106B-70F5-BA22-EC304A716084}"/>
          </ac:cxnSpMkLst>
        </pc:cxnChg>
        <pc:cxnChg chg="mod">
          <ac:chgData name="RAJESH KHANNA" userId="4ed2b3b18f631d2d" providerId="LiveId" clId="{B0E800F2-33E8-4F6A-9748-7152C1EFDF74}" dt="2025-11-12T07:54:05.326" v="44" actId="14100"/>
          <ac:cxnSpMkLst>
            <pc:docMk/>
            <pc:sldMk cId="1712502551" sldId="274"/>
            <ac:cxnSpMk id="54" creationId="{72ABCDA1-822C-3D68-5B64-1FD20FBB6C82}"/>
          </ac:cxnSpMkLst>
        </pc:cxnChg>
        <pc:cxnChg chg="add mod">
          <ac:chgData name="RAJESH KHANNA" userId="4ed2b3b18f631d2d" providerId="LiveId" clId="{B0E800F2-33E8-4F6A-9748-7152C1EFDF74}" dt="2025-11-12T09:53:58.004" v="315" actId="1076"/>
          <ac:cxnSpMkLst>
            <pc:docMk/>
            <pc:sldMk cId="1712502551" sldId="274"/>
            <ac:cxnSpMk id="61" creationId="{DCB61E14-DBDA-6957-D036-E1D65572CE66}"/>
          </ac:cxnSpMkLst>
        </pc:cxnChg>
        <pc:cxnChg chg="mod">
          <ac:chgData name="RAJESH KHANNA" userId="4ed2b3b18f631d2d" providerId="LiveId" clId="{B0E800F2-33E8-4F6A-9748-7152C1EFDF74}" dt="2025-11-12T09:45:23.088" v="251" actId="693"/>
          <ac:cxnSpMkLst>
            <pc:docMk/>
            <pc:sldMk cId="1712502551" sldId="274"/>
            <ac:cxnSpMk id="64" creationId="{CDE18698-A23F-CA81-AD54-407EE4F18BD2}"/>
          </ac:cxnSpMkLst>
        </pc:cxnChg>
        <pc:cxnChg chg="mod">
          <ac:chgData name="RAJESH KHANNA" userId="4ed2b3b18f631d2d" providerId="LiveId" clId="{B0E800F2-33E8-4F6A-9748-7152C1EFDF74}" dt="2025-11-12T09:47:05" v="282" actId="14100"/>
          <ac:cxnSpMkLst>
            <pc:docMk/>
            <pc:sldMk cId="1712502551" sldId="274"/>
            <ac:cxnSpMk id="67" creationId="{21DBFA9C-BF91-9F83-E0E3-67531D09E88E}"/>
          </ac:cxnSpMkLst>
        </pc:cxnChg>
        <pc:cxnChg chg="add mod">
          <ac:chgData name="RAJESH KHANNA" userId="4ed2b3b18f631d2d" providerId="LiveId" clId="{B0E800F2-33E8-4F6A-9748-7152C1EFDF74}" dt="2025-11-12T09:45:55.328" v="256" actId="14100"/>
          <ac:cxnSpMkLst>
            <pc:docMk/>
            <pc:sldMk cId="1712502551" sldId="274"/>
            <ac:cxnSpMk id="90" creationId="{09FE7286-EF62-9B88-A923-0AF699E2110A}"/>
          </ac:cxnSpMkLst>
        </pc:cxnChg>
        <pc:cxnChg chg="add mod">
          <ac:chgData name="RAJESH KHANNA" userId="4ed2b3b18f631d2d" providerId="LiveId" clId="{B0E800F2-33E8-4F6A-9748-7152C1EFDF74}" dt="2025-11-12T09:46:00.119" v="257"/>
          <ac:cxnSpMkLst>
            <pc:docMk/>
            <pc:sldMk cId="1712502551" sldId="274"/>
            <ac:cxnSpMk id="95" creationId="{73C723ED-E8BC-CD8C-9496-38F7E8FAD2F5}"/>
          </ac:cxnSpMkLst>
        </pc:cxnChg>
      </pc:sldChg>
      <pc:sldChg chg="modSp mod">
        <pc:chgData name="RAJESH KHANNA" userId="4ed2b3b18f631d2d" providerId="LiveId" clId="{B0E800F2-33E8-4F6A-9748-7152C1EFDF74}" dt="2025-11-12T08:13:42.031" v="106" actId="1076"/>
        <pc:sldMkLst>
          <pc:docMk/>
          <pc:sldMk cId="2575970326" sldId="278"/>
        </pc:sldMkLst>
        <pc:spChg chg="mod">
          <ac:chgData name="RAJESH KHANNA" userId="4ed2b3b18f631d2d" providerId="LiveId" clId="{B0E800F2-33E8-4F6A-9748-7152C1EFDF74}" dt="2025-11-12T08:11:59.958" v="96" actId="20577"/>
          <ac:spMkLst>
            <pc:docMk/>
            <pc:sldMk cId="2575970326" sldId="278"/>
            <ac:spMk id="2" creationId="{DDFBD164-B9FD-D4B7-15DA-CD0E4518D935}"/>
          </ac:spMkLst>
        </pc:spChg>
        <pc:graphicFrameChg chg="mod modGraphic">
          <ac:chgData name="RAJESH KHANNA" userId="4ed2b3b18f631d2d" providerId="LiveId" clId="{B0E800F2-33E8-4F6A-9748-7152C1EFDF74}" dt="2025-11-12T08:13:42.031" v="106" actId="1076"/>
          <ac:graphicFrameMkLst>
            <pc:docMk/>
            <pc:sldMk cId="2575970326" sldId="278"/>
            <ac:graphicFrameMk id="4" creationId="{AD71DB69-F2EF-A3F5-D387-29D5198E712A}"/>
          </ac:graphicFrameMkLst>
        </pc:graphicFrameChg>
      </pc:sldChg>
      <pc:sldChg chg="modSp mod">
        <pc:chgData name="RAJESH KHANNA" userId="4ed2b3b18f631d2d" providerId="LiveId" clId="{B0E800F2-33E8-4F6A-9748-7152C1EFDF74}" dt="2025-11-12T08:15:02.928" v="116" actId="14734"/>
        <pc:sldMkLst>
          <pc:docMk/>
          <pc:sldMk cId="3276053849" sldId="279"/>
        </pc:sldMkLst>
        <pc:graphicFrameChg chg="mod modGraphic">
          <ac:chgData name="RAJESH KHANNA" userId="4ed2b3b18f631d2d" providerId="LiveId" clId="{B0E800F2-33E8-4F6A-9748-7152C1EFDF74}" dt="2025-11-12T08:15:02.928" v="116" actId="14734"/>
          <ac:graphicFrameMkLst>
            <pc:docMk/>
            <pc:sldMk cId="3276053849" sldId="279"/>
            <ac:graphicFrameMk id="4" creationId="{CD62EF84-5F82-0250-F694-FB0090B72790}"/>
          </ac:graphicFrameMkLst>
        </pc:graphicFrameChg>
      </pc:sldChg>
      <pc:sldChg chg="new del">
        <pc:chgData name="RAJESH KHANNA" userId="4ed2b3b18f631d2d" providerId="LiveId" clId="{B0E800F2-33E8-4F6A-9748-7152C1EFDF74}" dt="2025-11-12T09:29:10.389" v="139" actId="680"/>
        <pc:sldMkLst>
          <pc:docMk/>
          <pc:sldMk cId="1567785986" sldId="285"/>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2T13:30:54.054"/>
    </inkml:context>
    <inkml:brush xml:id="br0">
      <inkml:brushProperty name="width" value="0.05" units="cm"/>
      <inkml:brushProperty name="height" value="0.05" units="cm"/>
    </inkml:brush>
  </inkml:definitions>
  <inkml:trace contextRef="#ctx0" brushRef="#br0">1 0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FDC3-766F-B0AF-0F31-E106D91A0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A1D552-8658-26C1-0B8D-67CA09FC6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A39D55-1C90-F8F5-F8FB-8FC484E10634}"/>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16CEA997-732A-5DEE-2AF0-3EAD54BEE8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801AB8-F2C6-23E2-6ADE-8E0C8FE2621B}"/>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173082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C9CA-8AD1-CBD1-6E7C-ABF4A1473D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A1203D-F6B7-6ABD-36D9-D008A21B1E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2A3CC-F473-F86B-F45B-CDFC13DF5FF2}"/>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BCF8AA2C-C6BF-6907-D1F5-E973C27C92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43822E-4D33-33C9-49C0-CAFFD355E7A3}"/>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3376890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FABC-8259-8E06-6904-9F176EB71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DDC3A0-F402-756D-FE97-BEA9C74B2D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7B662-5397-3659-8E6F-B08734B6EA54}"/>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D9F3E1CF-6618-A5D5-E411-44A371EEA6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5B74F4-B1E6-B860-11AB-9846CE7E2AEE}"/>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3686336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F142-F590-423D-481C-7ECAE100EA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38768E-1B84-A5F4-FD0B-EA37865E22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33EEF1-0A79-1462-2ED8-B79316061E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3EB282-EFA3-4D30-4B1C-4EAE881E8C98}"/>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6" name="Footer Placeholder 5">
            <a:extLst>
              <a:ext uri="{FF2B5EF4-FFF2-40B4-BE49-F238E27FC236}">
                <a16:creationId xmlns:a16="http://schemas.microsoft.com/office/drawing/2014/main" id="{76F5AC04-256A-1CEE-3B14-ACFDD45718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6F7B78-96B9-22B4-F8BB-3777B91F86C8}"/>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157700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70840-B79A-D79D-38F5-410458DD6C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816AC9-78C5-FDF2-B3E7-BC4EC168C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18F33F-49F0-6250-689B-0BA944C8E0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B29844-476A-2E24-734D-46207770CF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3EA74-F13E-A01C-A68B-5EBB914A7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D4DFB0-B98D-3F77-0FDA-F8A635C095A6}"/>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8" name="Footer Placeholder 7">
            <a:extLst>
              <a:ext uri="{FF2B5EF4-FFF2-40B4-BE49-F238E27FC236}">
                <a16:creationId xmlns:a16="http://schemas.microsoft.com/office/drawing/2014/main" id="{CDBD52DB-3E64-4DFB-79DF-D60A10647D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CF1F49-8ABF-FC56-928E-57CFBC8287A6}"/>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1585313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6851-4B47-A753-D6AE-7EEF6CBDE5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916156-BC45-FC88-ACA3-095FAD8AD4F1}"/>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4" name="Footer Placeholder 3">
            <a:extLst>
              <a:ext uri="{FF2B5EF4-FFF2-40B4-BE49-F238E27FC236}">
                <a16:creationId xmlns:a16="http://schemas.microsoft.com/office/drawing/2014/main" id="{5D593383-84F9-01C9-9874-06DBF2173F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177B27-A490-74A2-6AC2-FA1A685AE7E5}"/>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183239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C62160-8900-5BD0-D2E0-11BDC84F9AE8}"/>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3" name="Footer Placeholder 2">
            <a:extLst>
              <a:ext uri="{FF2B5EF4-FFF2-40B4-BE49-F238E27FC236}">
                <a16:creationId xmlns:a16="http://schemas.microsoft.com/office/drawing/2014/main" id="{931323D3-30B7-3FA5-92C9-F12DFCC67A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586A23-8E98-4643-0DB5-758917AF9C6E}"/>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300736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6FCC-5341-97B9-299A-5BD666047F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C65D8B-100F-C589-B4C5-20277129F1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48D6FB-75BD-A2CD-C692-F2E958A29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E05BE-1BEC-7CEB-C808-680FFD773866}"/>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6" name="Footer Placeholder 5">
            <a:extLst>
              <a:ext uri="{FF2B5EF4-FFF2-40B4-BE49-F238E27FC236}">
                <a16:creationId xmlns:a16="http://schemas.microsoft.com/office/drawing/2014/main" id="{8EEFE328-90AD-5031-19ED-1AA36E6B3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FECC9C-F930-8070-6F41-25704A7BA692}"/>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3771277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FF36-40D1-F69E-8AD9-CD3582BC52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ECF39F-00AE-0FE7-97D6-573D315FAA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C4D9ABB-A706-367A-D934-79549EFE0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1477A-1F3F-6C44-13B2-9B6E047DF874}"/>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6" name="Footer Placeholder 5">
            <a:extLst>
              <a:ext uri="{FF2B5EF4-FFF2-40B4-BE49-F238E27FC236}">
                <a16:creationId xmlns:a16="http://schemas.microsoft.com/office/drawing/2014/main" id="{0135EE01-78FF-44C9-1E08-9FD8F44A6B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9F60EF-C485-DE16-55E9-230A4171C6E8}"/>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89867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4A60-0D1A-C0AC-EEFD-6E683AE234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9890AF-2A12-060A-27AB-CD780054E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C05C5F-4FE5-F239-21E4-ED2D0140C981}"/>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78A8BFE9-FA58-150C-C524-296D6E7AA2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8DA82-55AF-537D-96EF-E67ADC0AAF2F}"/>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1637806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12E2F4-5248-E9DB-51FA-CC0E020A88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853945-D611-A6A8-561D-6388115FC5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45182F-8224-14C9-7865-A915D3E5DE07}"/>
              </a:ext>
            </a:extLst>
          </p:cNvPr>
          <p:cNvSpPr>
            <a:spLocks noGrp="1"/>
          </p:cNvSpPr>
          <p:nvPr>
            <p:ph type="dt" sz="half" idx="10"/>
          </p:nvPr>
        </p:nvSpPr>
        <p:spPr/>
        <p:txBody>
          <a:body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A94C23AF-ECE9-C4B7-9819-DDB2C5CFBE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52646C-ED9F-E4BD-D619-1A792B368ED1}"/>
              </a:ext>
            </a:extLst>
          </p:cNvPr>
          <p:cNvSpPr>
            <a:spLocks noGrp="1"/>
          </p:cNvSpPr>
          <p:nvPr>
            <p:ph type="sldNum" sz="quarter" idx="12"/>
          </p:nvPr>
        </p:nvSpPr>
        <p:spPr/>
        <p:txBody>
          <a:bodyPr/>
          <a:lstStyle/>
          <a:p>
            <a:fld id="{D94D2BB3-4316-4107-865B-AA70307883B8}" type="slidenum">
              <a:rPr lang="en-IN" smtClean="0"/>
              <a:t>‹#›</a:t>
            </a:fld>
            <a:endParaRPr lang="en-IN"/>
          </a:p>
        </p:txBody>
      </p:sp>
    </p:spTree>
    <p:extLst>
      <p:ext uri="{BB962C8B-B14F-4D97-AF65-F5344CB8AC3E}">
        <p14:creationId xmlns:p14="http://schemas.microsoft.com/office/powerpoint/2010/main" val="727438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B9113-FFE6-C726-0255-AE6F3098DD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B3BBE7-D164-4332-44ED-7C8EE71E6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BFE6F1-4A43-E01C-B9B0-B1BDD6B0A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7CA682-BF5C-488C-8DA4-8D54C134E2B0}" type="datetimeFigureOut">
              <a:rPr lang="en-IN" smtClean="0"/>
              <a:t>12-11-2025</a:t>
            </a:fld>
            <a:endParaRPr lang="en-IN"/>
          </a:p>
        </p:txBody>
      </p:sp>
      <p:sp>
        <p:nvSpPr>
          <p:cNvPr id="5" name="Footer Placeholder 4">
            <a:extLst>
              <a:ext uri="{FF2B5EF4-FFF2-40B4-BE49-F238E27FC236}">
                <a16:creationId xmlns:a16="http://schemas.microsoft.com/office/drawing/2014/main" id="{85268925-B9C0-2B80-DD66-DF424678FC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C79D95-0C43-63B2-0E20-8E81572E5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4D2BB3-4316-4107-865B-AA70307883B8}" type="slidenum">
              <a:rPr lang="en-IN" smtClean="0"/>
              <a:t>‹#›</a:t>
            </a:fld>
            <a:endParaRPr lang="en-IN"/>
          </a:p>
        </p:txBody>
      </p:sp>
    </p:spTree>
    <p:extLst>
      <p:ext uri="{BB962C8B-B14F-4D97-AF65-F5344CB8AC3E}">
        <p14:creationId xmlns:p14="http://schemas.microsoft.com/office/powerpoint/2010/main" val="877026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18" Type="http://schemas.openxmlformats.org/officeDocument/2006/relationships/image" Target="../media/image22.svg"/><Relationship Id="rId26" Type="http://schemas.openxmlformats.org/officeDocument/2006/relationships/image" Target="../media/image30.sv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1.jpeg"/><Relationship Id="rId16" Type="http://schemas.openxmlformats.org/officeDocument/2006/relationships/image" Target="../media/image20.svg"/><Relationship Id="rId20"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24" Type="http://schemas.openxmlformats.org/officeDocument/2006/relationships/image" Target="../media/image28.sv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svg"/><Relationship Id="rId10" Type="http://schemas.openxmlformats.org/officeDocument/2006/relationships/image" Target="../media/image14.svg"/><Relationship Id="rId19" Type="http://schemas.openxmlformats.org/officeDocument/2006/relationships/image" Target="../media/image23.pn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 Id="rId22" Type="http://schemas.openxmlformats.org/officeDocument/2006/relationships/image" Target="../media/image26.svg"/><Relationship Id="rId27"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1.jpeg"/><Relationship Id="rId16" Type="http://schemas.openxmlformats.org/officeDocument/2006/relationships/image" Target="../media/image41.sv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11.png"/><Relationship Id="rId5" Type="http://schemas.openxmlformats.org/officeDocument/2006/relationships/image" Target="../media/image36.png"/><Relationship Id="rId15" Type="http://schemas.openxmlformats.org/officeDocument/2006/relationships/image" Target="../media/image40.png"/><Relationship Id="rId10" Type="http://schemas.openxmlformats.org/officeDocument/2006/relationships/image" Target="../media/image10.svg"/><Relationship Id="rId4" Type="http://schemas.openxmlformats.org/officeDocument/2006/relationships/image" Target="../media/image35.svg"/><Relationship Id="rId9" Type="http://schemas.openxmlformats.org/officeDocument/2006/relationships/image" Target="../media/image9.png"/><Relationship Id="rId14" Type="http://schemas.openxmlformats.org/officeDocument/2006/relationships/image" Target="../media/image39.svg"/></Relationships>
</file>

<file path=ppt/slides/_rels/slide1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developers.google.com/mediapipe" TargetMode="External"/><Relationship Id="rId7" Type="http://schemas.openxmlformats.org/officeDocument/2006/relationships/hyperlink" Target="https://pillow.readthedocs.io/en/stable/"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docs.python.org/3/library/threading.html" TargetMode="External"/><Relationship Id="rId5" Type="http://schemas.openxmlformats.org/officeDocument/2006/relationships/hyperlink" Target="https://learnopencv.com/mediapipe-hand-tracking/" TargetMode="External"/><Relationship Id="rId4" Type="http://schemas.openxmlformats.org/officeDocument/2006/relationships/hyperlink" Target="https://realpython.com/python-sockets/"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Full view">
            <a:extLst>
              <a:ext uri="{FF2B5EF4-FFF2-40B4-BE49-F238E27FC236}">
                <a16:creationId xmlns:a16="http://schemas.microsoft.com/office/drawing/2014/main" id="{D4707D94-F8D3-6962-5447-9A385D954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878"/>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62D5D28-D001-0CEE-5AC7-475422B69594}"/>
              </a:ext>
            </a:extLst>
          </p:cNvPr>
          <p:cNvSpPr txBox="1"/>
          <p:nvPr/>
        </p:nvSpPr>
        <p:spPr>
          <a:xfrm>
            <a:off x="2467569" y="1937427"/>
            <a:ext cx="5986302" cy="1248419"/>
          </a:xfrm>
          <a:prstGeom prst="rect">
            <a:avLst/>
          </a:prstGeom>
          <a:noFill/>
        </p:spPr>
        <p:txBody>
          <a:bodyPr wrap="square">
            <a:spAutoFit/>
          </a:bodyPr>
          <a:lstStyle/>
          <a:p>
            <a:pPr algn="ctr">
              <a:lnSpc>
                <a:spcPct val="150000"/>
              </a:lnSpc>
            </a:pPr>
            <a:r>
              <a:rPr lang="en-IN" sz="1800" dirty="0">
                <a:latin typeface="Times New Roman" panose="02020603050405020304" pitchFamily="18" charset="0"/>
                <a:cs typeface="Times New Roman" panose="02020603050405020304" pitchFamily="18" charset="0"/>
              </a:rPr>
              <a:t>  </a:t>
            </a:r>
            <a:r>
              <a:rPr lang="en-IN" sz="1800" dirty="0">
                <a:solidFill>
                  <a:schemeClr val="accent5">
                    <a:lumMod val="50000"/>
                  </a:schemeClr>
                </a:solidFill>
                <a:latin typeface="Times New Roman" panose="02020603050405020304" pitchFamily="18" charset="0"/>
                <a:cs typeface="Times New Roman" panose="02020603050405020304" pitchFamily="18" charset="0"/>
              </a:rPr>
              <a:t>Department  of Computer Science &amp; Engineering</a:t>
            </a:r>
          </a:p>
          <a:p>
            <a:pPr algn="ctr">
              <a:lnSpc>
                <a:spcPct val="150000"/>
              </a:lnSpc>
            </a:pPr>
            <a:r>
              <a:rPr lang="en-IN" b="1" dirty="0">
                <a:latin typeface="Times New Roman" panose="02020603050405020304" pitchFamily="18" charset="0"/>
                <a:cs typeface="Times New Roman" panose="02020603050405020304" pitchFamily="18" charset="0"/>
              </a:rPr>
              <a:t>PROJECT PHASE-1</a:t>
            </a:r>
          </a:p>
          <a:p>
            <a:pPr algn="ctr">
              <a:lnSpc>
                <a:spcPct val="150000"/>
              </a:lnSpc>
            </a:pPr>
            <a:r>
              <a:rPr lang="en-US" sz="1600" dirty="0">
                <a:latin typeface="Times New Roman" panose="02020603050405020304" pitchFamily="18" charset="0"/>
                <a:cs typeface="Times New Roman" panose="02020603050405020304" pitchFamily="18" charset="0"/>
              </a:rPr>
              <a:t>B. Tech IV Year I Sem CSE-A </a:t>
            </a:r>
            <a:endParaRPr lang="en-IN"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DC4E2C6-254A-A688-55DB-93AA03CAC529}"/>
              </a:ext>
            </a:extLst>
          </p:cNvPr>
          <p:cNvSpPr txBox="1"/>
          <p:nvPr/>
        </p:nvSpPr>
        <p:spPr>
          <a:xfrm>
            <a:off x="7769901" y="4249133"/>
            <a:ext cx="3756333" cy="2120068"/>
          </a:xfrm>
          <a:prstGeom prst="rect">
            <a:avLst/>
          </a:prstGeom>
          <a:noFill/>
        </p:spPr>
        <p:txBody>
          <a:bodyPr wrap="square">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Presented By Team no : </a:t>
            </a:r>
            <a:r>
              <a:rPr lang="en-US" b="1" dirty="0">
                <a:latin typeface="Times New Roman" panose="02020603050405020304" pitchFamily="18" charset="0"/>
                <a:cs typeface="Times New Roman" panose="02020603050405020304" pitchFamily="18" charset="0"/>
              </a:rPr>
              <a:t>03</a:t>
            </a:r>
          </a:p>
          <a:p>
            <a:pPr algn="just">
              <a:lnSpc>
                <a:spcPct val="150000"/>
              </a:lnSpc>
            </a:pPr>
            <a:r>
              <a:rPr lang="en-US" b="1" dirty="0">
                <a:latin typeface="Times New Roman" panose="02020603050405020304" pitchFamily="18" charset="0"/>
                <a:ea typeface="Tahoma" panose="020B0604030504040204" pitchFamily="34" charset="0"/>
                <a:cs typeface="Times New Roman" panose="02020603050405020304" pitchFamily="18" charset="0"/>
              </a:rPr>
              <a:t>G. Snigdha         (226P1A0555)</a:t>
            </a:r>
            <a:endParaRPr lang="en-IN" b="1" dirty="0">
              <a:latin typeface="Times New Roman" panose="02020603050405020304" pitchFamily="18" charset="0"/>
              <a:cs typeface="Times New Roman" panose="02020603050405020304" pitchFamily="18" charset="0"/>
            </a:endParaRPr>
          </a:p>
          <a:p>
            <a:pPr algn="just">
              <a:lnSpc>
                <a:spcPct val="150000"/>
              </a:lnSpc>
            </a:pPr>
            <a:r>
              <a:rPr lang="en-US" sz="1800" b="1" dirty="0">
                <a:latin typeface="Times New Roman" panose="02020603050405020304" pitchFamily="18" charset="0"/>
                <a:ea typeface="Tahoma" panose="020B0604030504040204" pitchFamily="34" charset="0"/>
                <a:cs typeface="Times New Roman" panose="02020603050405020304" pitchFamily="18" charset="0"/>
              </a:rPr>
              <a:t>D. Sruthi             (226P1A0544)</a:t>
            </a:r>
          </a:p>
          <a:p>
            <a:pPr algn="just">
              <a:lnSpc>
                <a:spcPct val="150000"/>
              </a:lnSpc>
            </a:pPr>
            <a:r>
              <a:rPr lang="en-US" sz="1800" b="1" dirty="0">
                <a:latin typeface="Times New Roman" panose="02020603050405020304" pitchFamily="18" charset="0"/>
                <a:ea typeface="Tahoma" panose="020B0604030504040204" pitchFamily="34" charset="0"/>
                <a:cs typeface="Times New Roman" panose="02020603050405020304" pitchFamily="18" charset="0"/>
              </a:rPr>
              <a:t>D. </a:t>
            </a:r>
            <a:r>
              <a:rPr lang="en-US" b="1" dirty="0">
                <a:latin typeface="Times New Roman" panose="02020603050405020304" pitchFamily="18" charset="0"/>
                <a:ea typeface="Tahoma" panose="020B0604030504040204" pitchFamily="34" charset="0"/>
                <a:cs typeface="Times New Roman" panose="02020603050405020304" pitchFamily="18" charset="0"/>
              </a:rPr>
              <a:t>Amulya</a:t>
            </a:r>
            <a:r>
              <a:rPr lang="en-US" sz="1800" b="1" dirty="0">
                <a:latin typeface="Times New Roman" panose="02020603050405020304" pitchFamily="18" charset="0"/>
                <a:ea typeface="Tahoma" panose="020B0604030504040204" pitchFamily="34" charset="0"/>
                <a:cs typeface="Times New Roman" panose="02020603050405020304" pitchFamily="18" charset="0"/>
              </a:rPr>
              <a:t>           (226P1A0545)</a:t>
            </a:r>
          </a:p>
          <a:p>
            <a:pPr algn="just">
              <a:lnSpc>
                <a:spcPct val="150000"/>
              </a:lnSpc>
            </a:pPr>
            <a:r>
              <a:rPr lang="en-US" b="1" dirty="0">
                <a:latin typeface="Times New Roman" panose="02020603050405020304" pitchFamily="18" charset="0"/>
                <a:ea typeface="Tahoma" panose="020B0604030504040204" pitchFamily="34" charset="0"/>
                <a:cs typeface="Times New Roman" panose="02020603050405020304" pitchFamily="18" charset="0"/>
              </a:rPr>
              <a:t>B. Cassia Praise </a:t>
            </a:r>
            <a:r>
              <a:rPr lang="en-US" sz="1800" b="1" dirty="0">
                <a:latin typeface="Times New Roman" panose="02020603050405020304" pitchFamily="18" charset="0"/>
                <a:ea typeface="Tahoma" panose="020B0604030504040204" pitchFamily="34" charset="0"/>
                <a:cs typeface="Times New Roman" panose="02020603050405020304" pitchFamily="18" charset="0"/>
              </a:rPr>
              <a:t> (226P1A0509)</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2ACEFA2-788F-63F7-C4E4-E5D523F1EACB}"/>
              </a:ext>
            </a:extLst>
          </p:cNvPr>
          <p:cNvSpPr txBox="1"/>
          <p:nvPr/>
        </p:nvSpPr>
        <p:spPr>
          <a:xfrm>
            <a:off x="835020" y="4321412"/>
            <a:ext cx="3265098" cy="1248419"/>
          </a:xfrm>
          <a:prstGeom prst="rect">
            <a:avLst/>
          </a:prstGeom>
          <a:noFill/>
        </p:spPr>
        <p:txBody>
          <a:bodyPr wrap="square">
            <a:spAutoFit/>
          </a:bodyPr>
          <a:lstStyle/>
          <a:p>
            <a:pPr>
              <a:lnSpc>
                <a:spcPct val="150000"/>
              </a:lnSpc>
            </a:pPr>
            <a:r>
              <a:rPr lang="en-US" b="1" u="sng" dirty="0">
                <a:latin typeface="Times New Roman" panose="02020603050405020304" pitchFamily="18" charset="0"/>
                <a:ea typeface="Tahoma" panose="020B0604030504040204" pitchFamily="34" charset="0"/>
                <a:cs typeface="Times New Roman" panose="02020603050405020304" pitchFamily="18" charset="0"/>
              </a:rPr>
              <a:t>Under the guidance of :</a:t>
            </a:r>
          </a:p>
          <a:p>
            <a:pPr>
              <a:lnSpc>
                <a:spcPct val="150000"/>
              </a:lnSpc>
            </a:pPr>
            <a:r>
              <a:rPr lang="en-US" b="1" dirty="0">
                <a:latin typeface="Times New Roman" panose="02020603050405020304" pitchFamily="18" charset="0"/>
                <a:ea typeface="Tahoma" panose="020B0604030504040204" pitchFamily="34" charset="0"/>
                <a:cs typeface="Times New Roman" panose="02020603050405020304" pitchFamily="18" charset="0"/>
              </a:rPr>
              <a:t>Mrs. P. Swapna, </a:t>
            </a:r>
            <a:r>
              <a:rPr lang="en-US" sz="1400" b="1" dirty="0">
                <a:latin typeface="Times New Roman" panose="02020603050405020304" pitchFamily="18" charset="0"/>
                <a:ea typeface="Tahoma" panose="020B0604030504040204" pitchFamily="34" charset="0"/>
                <a:cs typeface="Times New Roman" panose="02020603050405020304" pitchFamily="18" charset="0"/>
              </a:rPr>
              <a:t>B. Tech M. Tech</a:t>
            </a:r>
          </a:p>
          <a:p>
            <a:pPr>
              <a:lnSpc>
                <a:spcPct val="150000"/>
              </a:lnSpc>
            </a:pPr>
            <a:r>
              <a:rPr lang="en-US" sz="1600" dirty="0">
                <a:latin typeface="Times New Roman" panose="02020603050405020304" pitchFamily="18" charset="0"/>
                <a:cs typeface="Times New Roman" panose="02020603050405020304" pitchFamily="18" charset="0"/>
              </a:rPr>
              <a:t>Assistant Professor, Dept of CSE</a:t>
            </a:r>
            <a:endParaRPr lang="en-IN"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0BA2CF35-8CDE-0259-4F7D-03E1E34D2595}"/>
              </a:ext>
            </a:extLst>
          </p:cNvPr>
          <p:cNvSpPr txBox="1"/>
          <p:nvPr/>
        </p:nvSpPr>
        <p:spPr>
          <a:xfrm>
            <a:off x="1331528" y="3375561"/>
            <a:ext cx="9528945" cy="873572"/>
          </a:xfrm>
          <a:prstGeom prst="rect">
            <a:avLst/>
          </a:prstGeom>
          <a:noFill/>
        </p:spPr>
        <p:txBody>
          <a:bodyPr wrap="square">
            <a:spAutoFit/>
          </a:bodyPr>
          <a:lstStyle/>
          <a:p>
            <a:pPr algn="ctr">
              <a:lnSpc>
                <a:spcPct val="150000"/>
              </a:lnSpc>
            </a:pPr>
            <a:r>
              <a:rPr lang="en-US" b="1" dirty="0">
                <a:solidFill>
                  <a:srgbClr val="FF0000"/>
                </a:solidFill>
                <a:latin typeface="Times New Roman" panose="02020603050405020304" pitchFamily="18" charset="0"/>
                <a:cs typeface="Times New Roman" panose="02020603050405020304" pitchFamily="18" charset="0"/>
              </a:rPr>
              <a:t>G</a:t>
            </a:r>
            <a:r>
              <a:rPr lang="en-IN" b="1" dirty="0">
                <a:solidFill>
                  <a:srgbClr val="FF0000"/>
                </a:solidFill>
                <a:latin typeface="Times New Roman" panose="02020603050405020304" pitchFamily="18" charset="0"/>
                <a:cs typeface="Times New Roman" panose="02020603050405020304" pitchFamily="18" charset="0"/>
              </a:rPr>
              <a:t>ESTURE DROP – TOUCHLESS TEXT AND IMAGE TRANSFER USING COMPUTER VISION AND HUMAN-COMPUTER INTERACTION</a:t>
            </a:r>
            <a:endParaRPr lang="en-IN" sz="18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0E3777F-868C-840C-75BF-01DD80D0465B}"/>
              </a:ext>
            </a:extLst>
          </p:cNvPr>
          <p:cNvSpPr txBox="1"/>
          <p:nvPr/>
        </p:nvSpPr>
        <p:spPr>
          <a:xfrm>
            <a:off x="2752531" y="783771"/>
            <a:ext cx="7128587"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537E07E-8E90-EC73-888F-00B2115CE4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699" y="434702"/>
            <a:ext cx="10118602" cy="1522812"/>
          </a:xfrm>
          <a:prstGeom prst="rect">
            <a:avLst/>
          </a:prstGeom>
          <a:effectLst/>
        </p:spPr>
      </p:pic>
    </p:spTree>
    <p:extLst>
      <p:ext uri="{BB962C8B-B14F-4D97-AF65-F5344CB8AC3E}">
        <p14:creationId xmlns:p14="http://schemas.microsoft.com/office/powerpoint/2010/main" val="1017047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Full view">
            <a:extLst>
              <a:ext uri="{FF2B5EF4-FFF2-40B4-BE49-F238E27FC236}">
                <a16:creationId xmlns:a16="http://schemas.microsoft.com/office/drawing/2014/main" id="{BB8AB2EF-4EC0-2F8E-2880-823FB50FD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B4A8294E-FC7A-6AC2-FEFE-235D3F8727C6}"/>
              </a:ext>
            </a:extLst>
          </p:cNvPr>
          <p:cNvGraphicFramePr>
            <a:graphicFrameLocks noGrp="1"/>
          </p:cNvGraphicFramePr>
          <p:nvPr>
            <p:extLst>
              <p:ext uri="{D42A27DB-BD31-4B8C-83A1-F6EECF244321}">
                <p14:modId xmlns:p14="http://schemas.microsoft.com/office/powerpoint/2010/main" val="4175421545"/>
              </p:ext>
            </p:extLst>
          </p:nvPr>
        </p:nvGraphicFramePr>
        <p:xfrm>
          <a:off x="2255933" y="1183282"/>
          <a:ext cx="7513218" cy="5191760"/>
        </p:xfrm>
        <a:graphic>
          <a:graphicData uri="http://schemas.openxmlformats.org/drawingml/2006/table">
            <a:tbl>
              <a:tblPr firstRow="1" bandRow="1">
                <a:tableStyleId>{5940675A-B579-460E-94D1-54222C63F5DA}</a:tableStyleId>
              </a:tblPr>
              <a:tblGrid>
                <a:gridCol w="772293">
                  <a:extLst>
                    <a:ext uri="{9D8B030D-6E8A-4147-A177-3AD203B41FA5}">
                      <a16:colId xmlns:a16="http://schemas.microsoft.com/office/drawing/2014/main" val="562314034"/>
                    </a:ext>
                  </a:extLst>
                </a:gridCol>
                <a:gridCol w="6740925">
                  <a:extLst>
                    <a:ext uri="{9D8B030D-6E8A-4147-A177-3AD203B41FA5}">
                      <a16:colId xmlns:a16="http://schemas.microsoft.com/office/drawing/2014/main" val="2627098214"/>
                    </a:ext>
                  </a:extLst>
                </a:gridCol>
              </a:tblGrid>
              <a:tr h="370840">
                <a:tc>
                  <a:txBody>
                    <a:bodyPr/>
                    <a:lstStyle/>
                    <a:p>
                      <a:pPr algn="ctr"/>
                      <a:r>
                        <a:rPr lang="en-US" b="1" dirty="0">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2334085"/>
                  </a:ext>
                </a:extLst>
              </a:tr>
              <a:tr h="370840">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7235887"/>
                  </a:ext>
                </a:extLst>
              </a:tr>
              <a:tr h="370840">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77599904"/>
                  </a:ext>
                </a:extLst>
              </a:tr>
              <a:tr h="370840">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6075760"/>
                  </a:ext>
                </a:extLst>
              </a:tr>
              <a:tr h="370840">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12790055"/>
                  </a:ext>
                </a:extLst>
              </a:tr>
              <a:tr h="370840">
                <a:tc>
                  <a:txBody>
                    <a:bodyPr/>
                    <a:lstStyle/>
                    <a:p>
                      <a:pPr algn="ctr"/>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51594352"/>
                  </a:ext>
                </a:extLst>
              </a:tr>
              <a:tr h="370840">
                <a:tc>
                  <a:txBody>
                    <a:bodyPr/>
                    <a:lstStyle/>
                    <a:p>
                      <a:pPr algn="ctr"/>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Requirements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9023269"/>
                  </a:ext>
                </a:extLst>
              </a:tr>
              <a:tr h="370840">
                <a:tc>
                  <a:txBody>
                    <a:bodyPr/>
                    <a:lstStyle/>
                    <a:p>
                      <a:pPr algn="ctr"/>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System Architecture &amp; Methodologies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0049660"/>
                  </a:ext>
                </a:extLst>
              </a:tr>
              <a:tr h="370840">
                <a:tc>
                  <a:txBody>
                    <a:bodyPr/>
                    <a:lstStyle/>
                    <a:p>
                      <a:pPr algn="ctr"/>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UML Diagrams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0108858"/>
                  </a:ext>
                </a:extLst>
              </a:tr>
              <a:tr h="370840">
                <a:tc>
                  <a:txBody>
                    <a:bodyPr/>
                    <a:lstStyle/>
                    <a:p>
                      <a:pPr algn="ctr"/>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45794649"/>
                  </a:ext>
                </a:extLst>
              </a:tr>
              <a:tr h="370840">
                <a:tc>
                  <a:txBody>
                    <a:bodyPr/>
                    <a:lstStyle/>
                    <a:p>
                      <a:pPr algn="ctr"/>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Test Cases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4040164"/>
                  </a:ext>
                </a:extLst>
              </a:tr>
              <a:tr h="370840">
                <a:tc>
                  <a:txBody>
                    <a:bodyPr/>
                    <a:lstStyle/>
                    <a:p>
                      <a:pPr algn="ctr"/>
                      <a:r>
                        <a:rPr lang="en-US"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1991618"/>
                  </a:ext>
                </a:extLst>
              </a:tr>
              <a:tr h="370840">
                <a:tc>
                  <a:txBody>
                    <a:bodyPr/>
                    <a:lstStyle/>
                    <a:p>
                      <a:pPr algn="ctr"/>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Future Enhancement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2920842"/>
                  </a:ext>
                </a:extLst>
              </a:tr>
              <a:tr h="370840">
                <a:tc>
                  <a:txBody>
                    <a:bodyPr/>
                    <a:lstStyle/>
                    <a:p>
                      <a:pPr algn="ctr"/>
                      <a:r>
                        <a:rPr lang="en-US" dirty="0">
                          <a:latin typeface="Times New Roman" panose="02020603050405020304" pitchFamily="18" charset="0"/>
                          <a:cs typeface="Times New Roman" panose="02020603050405020304" pitchFamily="18" charset="0"/>
                        </a:rPr>
                        <a:t>13.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1356137"/>
                  </a:ext>
                </a:extLst>
              </a:tr>
            </a:tbl>
          </a:graphicData>
        </a:graphic>
      </p:graphicFrame>
      <p:sp>
        <p:nvSpPr>
          <p:cNvPr id="8" name="TextBox 7">
            <a:extLst>
              <a:ext uri="{FF2B5EF4-FFF2-40B4-BE49-F238E27FC236}">
                <a16:creationId xmlns:a16="http://schemas.microsoft.com/office/drawing/2014/main" id="{FA302C37-6169-C382-9819-B5FF4824E780}"/>
              </a:ext>
            </a:extLst>
          </p:cNvPr>
          <p:cNvSpPr txBox="1"/>
          <p:nvPr/>
        </p:nvSpPr>
        <p:spPr>
          <a:xfrm>
            <a:off x="4401473" y="482958"/>
            <a:ext cx="338905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TABLE OF CONTENT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481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Full view">
            <a:extLst>
              <a:ext uri="{FF2B5EF4-FFF2-40B4-BE49-F238E27FC236}">
                <a16:creationId xmlns:a16="http://schemas.microsoft.com/office/drawing/2014/main" id="{5EA65F0D-6E42-71E3-4270-4BC4DB33D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689"/>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6EAFAA-C449-EC6A-3797-7F08ECC917FA}"/>
              </a:ext>
            </a:extLst>
          </p:cNvPr>
          <p:cNvSpPr txBox="1"/>
          <p:nvPr/>
        </p:nvSpPr>
        <p:spPr>
          <a:xfrm>
            <a:off x="763108" y="1182213"/>
            <a:ext cx="10665782" cy="5028556"/>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Gesture Drop is an innovative touchless interaction system designed to facilitate seamless text and image transfer through intuitive hand gestures. In environments where hygiene, accessibility, and natural user experience are paramount, Gesture Drop eliminates the need for physical contact with input devices. Using a standard webcam and computer vision frameworks such as Media Pipe and OpenCV, the system detects and interprets hand gestures in real time to perform essential operations like scrolling, Switching tabs, copying, pasting, selecting, and capturing screenshots. The core of Gesture Drop lies in its gesture-to-action mapping pipeline, which translates hand landmark data into system-level commands using automation tools like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Pyperclip</a:t>
            </a:r>
            <a:r>
              <a:rPr lang="en-US" dirty="0">
                <a:latin typeface="Times New Roman" panose="02020603050405020304" pitchFamily="18" charset="0"/>
                <a:cs typeface="Times New Roman" panose="02020603050405020304" pitchFamily="18" charset="0"/>
              </a:rPr>
              <a:t>. This enables users to interact with digital content in a fluid, contact-free manner. The system is lightweight, hardware-agnostic, and deployable across various platforms, making it suitable for healthcare settings, educational environments, public kiosks, and accessibility-focused applications. By bridging the gap between gesture recognition and desktop automation, Gesture Drop redefines how users engage with digital interfaces in a post-touch era.</a:t>
            </a:r>
          </a:p>
        </p:txBody>
      </p:sp>
      <p:sp>
        <p:nvSpPr>
          <p:cNvPr id="3" name="TextBox 2">
            <a:extLst>
              <a:ext uri="{FF2B5EF4-FFF2-40B4-BE49-F238E27FC236}">
                <a16:creationId xmlns:a16="http://schemas.microsoft.com/office/drawing/2014/main" id="{A19D3429-9E84-5B53-01D0-1E8EBAD6104D}"/>
              </a:ext>
            </a:extLst>
          </p:cNvPr>
          <p:cNvSpPr txBox="1"/>
          <p:nvPr/>
        </p:nvSpPr>
        <p:spPr>
          <a:xfrm>
            <a:off x="4099295" y="647231"/>
            <a:ext cx="342433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1604670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Full view">
            <a:extLst>
              <a:ext uri="{FF2B5EF4-FFF2-40B4-BE49-F238E27FC236}">
                <a16:creationId xmlns:a16="http://schemas.microsoft.com/office/drawing/2014/main" id="{44931BDC-9129-B05C-553E-533CED4D9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662"/>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2050DE9-99B3-C9F9-E8BC-EE41335383C8}"/>
              </a:ext>
            </a:extLst>
          </p:cNvPr>
          <p:cNvSpPr txBox="1"/>
          <p:nvPr/>
        </p:nvSpPr>
        <p:spPr>
          <a:xfrm>
            <a:off x="710049" y="1371407"/>
            <a:ext cx="7237062" cy="461305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In recent years, the demand for touchless interfaces has surged due to concerns around hygiene, accessibility, and the need for intuitive interaction in smart environments. Traditional input devices like keyboards, mouse, and touchscreens require physical contact, which may not be feasible or desirable in certain contexts. Gesture Drop addresses this gap by introducing a vision-based system that allows users to interact with digital content using hand gestures alone. The system supports essential operations such as scrolling through documents, switching into tabs, copying and pasting text, selecting items, and taking screenshots—all without touching the device. This innovation opens new possibilities for gesture-controlled computing in both personal and professional settings.</a:t>
            </a:r>
          </a:p>
        </p:txBody>
      </p:sp>
      <p:pic>
        <p:nvPicPr>
          <p:cNvPr id="1030" name="Picture 6">
            <a:extLst>
              <a:ext uri="{FF2B5EF4-FFF2-40B4-BE49-F238E27FC236}">
                <a16:creationId xmlns:a16="http://schemas.microsoft.com/office/drawing/2014/main" id="{835C15E4-16FC-93C4-1AB5-750FBA80C9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4846" y="2080726"/>
            <a:ext cx="3477387" cy="3368351"/>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EC666D6-4F99-0D15-1C04-5FC23E65DEA4}"/>
              </a:ext>
            </a:extLst>
          </p:cNvPr>
          <p:cNvSpPr txBox="1"/>
          <p:nvPr/>
        </p:nvSpPr>
        <p:spPr>
          <a:xfrm>
            <a:off x="3906068" y="708016"/>
            <a:ext cx="3834882"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39410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8" descr="Full view">
            <a:extLst>
              <a:ext uri="{FF2B5EF4-FFF2-40B4-BE49-F238E27FC236}">
                <a16:creationId xmlns:a16="http://schemas.microsoft.com/office/drawing/2014/main" id="{81101F20-39AD-74AA-247F-5B8D1FB29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6ECAC58-E9FD-9FCD-778E-67C76C335684}"/>
              </a:ext>
            </a:extLst>
          </p:cNvPr>
          <p:cNvSpPr txBox="1"/>
          <p:nvPr/>
        </p:nvSpPr>
        <p:spPr>
          <a:xfrm>
            <a:off x="581138" y="1162335"/>
            <a:ext cx="11029721" cy="5028556"/>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current landscape of human-computer interaction (HCI) is dominated by traditional input methods and limited gesture-based systems. These include:</a:t>
            </a:r>
          </a:p>
          <a:p>
            <a:pPr algn="just">
              <a:lnSpc>
                <a:spcPct val="150000"/>
              </a:lnSpc>
            </a:pPr>
            <a:r>
              <a:rPr lang="en-US" b="1" dirty="0">
                <a:latin typeface="Times New Roman" panose="02020603050405020304" pitchFamily="18" charset="0"/>
                <a:cs typeface="Times New Roman" panose="02020603050405020304" pitchFamily="18" charset="0"/>
              </a:rPr>
              <a:t>1. Traditional Input Devices: </a:t>
            </a:r>
            <a:r>
              <a:rPr lang="en-US" dirty="0">
                <a:latin typeface="Times New Roman" panose="02020603050405020304" pitchFamily="18" charset="0"/>
                <a:cs typeface="Times New Roman" panose="02020603050405020304" pitchFamily="18" charset="0"/>
              </a:rPr>
              <a:t>Touchscreens, keyboards, and mice provide accurate interaction but need physical contact, making them unhygienic and unsuitable for touchless use.</a:t>
            </a:r>
          </a:p>
          <a:p>
            <a:pPr algn="just">
              <a:lnSpc>
                <a:spcPct val="150000"/>
              </a:lnSpc>
            </a:pPr>
            <a:r>
              <a:rPr lang="en-IN" b="1" dirty="0">
                <a:latin typeface="Times New Roman" panose="02020603050405020304" pitchFamily="18" charset="0"/>
                <a:cs typeface="Times New Roman" panose="02020603050405020304" pitchFamily="18" charset="0"/>
              </a:rPr>
              <a:t>2. Voice-Controlled Interfaces : </a:t>
            </a:r>
            <a:r>
              <a:rPr lang="en-US" dirty="0">
                <a:latin typeface="Times New Roman" panose="02020603050405020304" pitchFamily="18" charset="0"/>
                <a:cs typeface="Times New Roman" panose="02020603050405020304" pitchFamily="18" charset="0"/>
              </a:rPr>
              <a:t>Virtual assistants like Siri and Alexa allow hands-free control but struggle in noisy places, with accents, or in privacy-sensitive tasks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Limitations</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a:latin typeface="Times New Roman" panose="02020603050405020304" pitchFamily="18" charset="0"/>
                <a:cs typeface="Times New Roman" panose="02020603050405020304" pitchFamily="18" charset="0"/>
              </a:rPr>
              <a:t>Not ideal in noisy environments.</a:t>
            </a:r>
          </a:p>
          <a:p>
            <a:pPr algn="just">
              <a:lnSpc>
                <a:spcPct val="150000"/>
              </a:lnSpc>
            </a:pPr>
            <a:r>
              <a:rPr lang="en-IN" dirty="0">
                <a:latin typeface="Times New Roman" panose="02020603050405020304" pitchFamily="18" charset="0"/>
                <a:cs typeface="Times New Roman" panose="02020603050405020304" pitchFamily="18" charset="0"/>
              </a:rPr>
              <a:t>Struggles with accents, speech impairments, or privacy-sensitive tasks.</a:t>
            </a:r>
          </a:p>
          <a:p>
            <a:pPr algn="just">
              <a:lnSpc>
                <a:spcPct val="150000"/>
              </a:lnSpc>
            </a:pPr>
            <a:r>
              <a:rPr lang="en-IN" dirty="0">
                <a:latin typeface="Times New Roman" panose="02020603050405020304" pitchFamily="18" charset="0"/>
                <a:cs typeface="Times New Roman" panose="02020603050405020304" pitchFamily="18" charset="0"/>
              </a:rPr>
              <a:t>Cannot perform precise visual tasks like selecting text or taking screenshots.</a:t>
            </a:r>
          </a:p>
          <a:p>
            <a:pPr algn="just">
              <a:lnSpc>
                <a:spcPct val="150000"/>
              </a:lnSpc>
            </a:pPr>
            <a:r>
              <a:rPr lang="en-US" b="1" dirty="0">
                <a:latin typeface="Times New Roman" panose="02020603050405020304" pitchFamily="18" charset="0"/>
                <a:cs typeface="Times New Roman" panose="02020603050405020304" pitchFamily="18" charset="0"/>
              </a:rPr>
              <a:t>3. Existing Gesture Recognition Systems: </a:t>
            </a:r>
            <a:r>
              <a:rPr lang="en-US" dirty="0">
                <a:latin typeface="Times New Roman" panose="02020603050405020304" pitchFamily="18" charset="0"/>
                <a:cs typeface="Times New Roman" panose="02020603050405020304" pitchFamily="18" charset="0"/>
              </a:rPr>
              <a:t>Used in gaming and smart TVs, these systems need special sensors or gloves, are costly, and lack desktop productivity integration.</a:t>
            </a:r>
          </a:p>
        </p:txBody>
      </p:sp>
      <p:sp>
        <p:nvSpPr>
          <p:cNvPr id="2" name="TextBox 1">
            <a:extLst>
              <a:ext uri="{FF2B5EF4-FFF2-40B4-BE49-F238E27FC236}">
                <a16:creationId xmlns:a16="http://schemas.microsoft.com/office/drawing/2014/main" id="{EA70C25C-095C-824A-96B1-891464C9DE30}"/>
              </a:ext>
            </a:extLst>
          </p:cNvPr>
          <p:cNvSpPr txBox="1"/>
          <p:nvPr/>
        </p:nvSpPr>
        <p:spPr>
          <a:xfrm>
            <a:off x="3996611" y="570041"/>
            <a:ext cx="438538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8217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8" descr="Full view">
            <a:extLst>
              <a:ext uri="{FF2B5EF4-FFF2-40B4-BE49-F238E27FC236}">
                <a16:creationId xmlns:a16="http://schemas.microsoft.com/office/drawing/2014/main" id="{3E5A8536-E2D7-CB91-48C1-A89ADED28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3856"/>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6DFEEB-BFCA-F7BB-D39C-5AC131644C09}"/>
              </a:ext>
            </a:extLst>
          </p:cNvPr>
          <p:cNvSpPr txBox="1"/>
          <p:nvPr/>
        </p:nvSpPr>
        <p:spPr>
          <a:xfrm>
            <a:off x="856458" y="1335523"/>
            <a:ext cx="9136628" cy="461305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1. Key Functions (Touchless Interaction)</a:t>
            </a:r>
          </a:p>
          <a:p>
            <a:pPr algn="just">
              <a:lnSpc>
                <a:spcPct val="150000"/>
              </a:lnSpc>
            </a:pPr>
            <a:r>
              <a:rPr lang="en-US" dirty="0">
                <a:latin typeface="Times New Roman" panose="02020603050405020304" pitchFamily="18" charset="0"/>
                <a:cs typeface="Times New Roman" panose="02020603050405020304" pitchFamily="18" charset="0"/>
              </a:rPr>
              <a:t>The system enables users to control the PC without touching the mouse or keyboard:</a:t>
            </a:r>
          </a:p>
          <a:p>
            <a:pPr algn="just">
              <a:lnSpc>
                <a:spcPct val="150000"/>
              </a:lnSpc>
            </a:pPr>
            <a:r>
              <a:rPr lang="en-US" dirty="0">
                <a:latin typeface="Times New Roman" panose="02020603050405020304" pitchFamily="18" charset="0"/>
                <a:cs typeface="Times New Roman" panose="02020603050405020304" pitchFamily="18" charset="0"/>
              </a:rPr>
              <a:t>• Navigation: Scroll documents , Scroll text/regions. </a:t>
            </a:r>
          </a:p>
          <a:p>
            <a:pPr algn="just">
              <a:lnSpc>
                <a:spcPct val="150000"/>
              </a:lnSpc>
            </a:pPr>
            <a:r>
              <a:rPr lang="en-US" dirty="0">
                <a:latin typeface="Times New Roman" panose="02020603050405020304" pitchFamily="18" charset="0"/>
                <a:cs typeface="Times New Roman" panose="02020603050405020304" pitchFamily="18" charset="0"/>
              </a:rPr>
              <a:t>• Editing: Copy, paste.</a:t>
            </a:r>
          </a:p>
          <a:p>
            <a:pPr algn="just">
              <a:lnSpc>
                <a:spcPct val="150000"/>
              </a:lnSpc>
            </a:pPr>
            <a:r>
              <a:rPr lang="en-US" dirty="0">
                <a:latin typeface="Times New Roman" panose="02020603050405020304" pitchFamily="18" charset="0"/>
                <a:cs typeface="Times New Roman" panose="02020603050405020304" pitchFamily="18" charset="0"/>
              </a:rPr>
              <a:t>• Utilities: Take screenshots.</a:t>
            </a:r>
          </a:p>
          <a:p>
            <a:pPr algn="just">
              <a:lnSpc>
                <a:spcPct val="150000"/>
              </a:lnSpc>
            </a:pPr>
            <a:r>
              <a:rPr lang="en-US" dirty="0">
                <a:latin typeface="Times New Roman" panose="02020603050405020304" pitchFamily="18" charset="0"/>
                <a:cs typeface="Times New Roman" panose="02020603050405020304" pitchFamily="18" charset="0"/>
              </a:rPr>
              <a:t>Benefit: Enhances hygiene and accessibility.</a:t>
            </a:r>
          </a:p>
          <a:p>
            <a:pPr algn="just">
              <a:lnSpc>
                <a:spcPct val="150000"/>
              </a:lnSpc>
            </a:pPr>
            <a:r>
              <a:rPr lang="en-US" b="1" dirty="0">
                <a:latin typeface="Times New Roman" panose="02020603050405020304" pitchFamily="18" charset="0"/>
                <a:cs typeface="Times New Roman" panose="02020603050405020304" pitchFamily="18" charset="0"/>
              </a:rPr>
              <a:t>2. Technology Used (Software-Driven)</a:t>
            </a:r>
          </a:p>
          <a:p>
            <a:pPr algn="just">
              <a:lnSpc>
                <a:spcPct val="150000"/>
              </a:lnSpc>
            </a:pPr>
            <a:r>
              <a:rPr lang="en-US" dirty="0">
                <a:latin typeface="Times New Roman" panose="02020603050405020304" pitchFamily="18" charset="0"/>
                <a:cs typeface="Times New Roman" panose="02020603050405020304" pitchFamily="18" charset="0"/>
              </a:rPr>
              <a:t>The system relies on established libraries to function:</a:t>
            </a:r>
          </a:p>
          <a:p>
            <a:pPr algn="just">
              <a:lnSpc>
                <a:spcPct val="150000"/>
              </a:lnSpc>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Detects  hand landmarks in real-time  through Emojis.</a:t>
            </a:r>
          </a:p>
          <a:p>
            <a:pPr algn="just">
              <a:lnSpc>
                <a:spcPct val="150000"/>
              </a:lnSpc>
            </a:pPr>
            <a:r>
              <a:rPr lang="en-US" dirty="0">
                <a:latin typeface="Times New Roman" panose="02020603050405020304" pitchFamily="18" charset="0"/>
                <a:cs typeface="Times New Roman" panose="02020603050405020304" pitchFamily="18" charset="0"/>
              </a:rPr>
              <a:t>• OpenCV: Processes the video feed and displays visual feedback.</a:t>
            </a:r>
          </a:p>
          <a:p>
            <a:pPr algn="just">
              <a:lnSpc>
                <a:spcPct val="150000"/>
              </a:lnSpc>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Emulates desktop actions (mouse clicks and keyboard strokes) based on gestures.</a:t>
            </a:r>
            <a:endParaRPr lang="en-IN" dirty="0">
              <a:latin typeface="Times New Roman" panose="02020603050405020304" pitchFamily="18" charset="0"/>
              <a:cs typeface="Times New Roman" panose="02020603050405020304" pitchFamily="18" charset="0"/>
            </a:endParaRPr>
          </a:p>
        </p:txBody>
      </p:sp>
      <p:pic>
        <p:nvPicPr>
          <p:cNvPr id="3076" name="Picture 4">
            <a:extLst>
              <a:ext uri="{FF2B5EF4-FFF2-40B4-BE49-F238E27FC236}">
                <a16:creationId xmlns:a16="http://schemas.microsoft.com/office/drawing/2014/main" id="{B3DDAE2D-2B2F-064B-F7FD-F488ED066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5101" y="1779519"/>
            <a:ext cx="4084086" cy="405709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F11AF50-54D2-9E08-675C-FFA7D3241813}"/>
              </a:ext>
            </a:extLst>
          </p:cNvPr>
          <p:cNvSpPr txBox="1"/>
          <p:nvPr/>
        </p:nvSpPr>
        <p:spPr>
          <a:xfrm>
            <a:off x="4589695" y="569342"/>
            <a:ext cx="4497356"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2382915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Full view">
            <a:extLst>
              <a:ext uri="{FF2B5EF4-FFF2-40B4-BE49-F238E27FC236}">
                <a16:creationId xmlns:a16="http://schemas.microsoft.com/office/drawing/2014/main" id="{FB300E8D-B806-7AA0-5E0C-0FC887D2B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40193C7-D46B-5890-C1E6-A488CF803DD8}"/>
              </a:ext>
            </a:extLst>
          </p:cNvPr>
          <p:cNvSpPr txBox="1"/>
          <p:nvPr/>
        </p:nvSpPr>
        <p:spPr>
          <a:xfrm>
            <a:off x="903615" y="760481"/>
            <a:ext cx="10983584" cy="5028556"/>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3. System Advantages</a:t>
            </a:r>
          </a:p>
          <a:p>
            <a:pPr algn="just">
              <a:lnSpc>
                <a:spcPct val="150000"/>
              </a:lnSpc>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Hardware Independence : Works with any standard webcam; no special equipment (like depth sensors or gloves) is needed.</a:t>
            </a:r>
          </a:p>
          <a:p>
            <a:pPr algn="just">
              <a:lnSpc>
                <a:spcPct val="150000"/>
              </a:lnSpc>
            </a:pPr>
            <a:r>
              <a:rPr lang="en-US" dirty="0">
                <a:latin typeface="Times New Roman" panose="02020603050405020304" pitchFamily="18" charset="0"/>
                <a:cs typeface="Times New Roman" panose="02020603050405020304" pitchFamily="18" charset="0"/>
              </a:rPr>
              <a:t>• Low Requirements: Runs on basic computing hardware (e.g. 4GB RAM, standard OS).</a:t>
            </a:r>
          </a:p>
          <a:p>
            <a:pPr algn="just">
              <a:lnSpc>
                <a:spcPct val="150000"/>
              </a:lnSpc>
            </a:pPr>
            <a:r>
              <a:rPr lang="en-US" dirty="0">
                <a:latin typeface="Times New Roman" panose="02020603050405020304" pitchFamily="18" charset="0"/>
                <a:cs typeface="Times New Roman" panose="02020603050405020304" pitchFamily="18" charset="0"/>
              </a:rPr>
              <a:t>• Scalable &amp; Customizable: Gesture-to-action mappings can be easily modified or extended.</a:t>
            </a:r>
          </a:p>
          <a:p>
            <a:pPr algn="just">
              <a:lnSpc>
                <a:spcPct val="150000"/>
              </a:lnSpc>
            </a:pPr>
            <a:r>
              <a:rPr lang="en-US" b="1" dirty="0">
                <a:latin typeface="Times New Roman" panose="02020603050405020304" pitchFamily="18" charset="0"/>
                <a:cs typeface="Times New Roman" panose="02020603050405020304" pitchFamily="18" charset="0"/>
              </a:rPr>
              <a:t>4. Real-World Applications </a:t>
            </a:r>
          </a:p>
          <a:p>
            <a:pPr algn="just">
              <a:lnSpc>
                <a:spcPct val="150000"/>
              </a:lnSpc>
            </a:pPr>
            <a:r>
              <a:rPr lang="en-US" dirty="0">
                <a:latin typeface="Times New Roman" panose="02020603050405020304" pitchFamily="18" charset="0"/>
                <a:cs typeface="Times New Roman" panose="02020603050405020304" pitchFamily="18" charset="0"/>
              </a:rPr>
              <a:t>The touchless feature is valuable in environments where cleanliness or limited </a:t>
            </a:r>
          </a:p>
          <a:p>
            <a:pPr algn="just">
              <a:lnSpc>
                <a:spcPct val="150000"/>
              </a:lnSpc>
            </a:pPr>
            <a:r>
              <a:rPr lang="en-US" dirty="0">
                <a:latin typeface="Times New Roman" panose="02020603050405020304" pitchFamily="18" charset="0"/>
                <a:cs typeface="Times New Roman" panose="02020603050405020304" pitchFamily="18" charset="0"/>
              </a:rPr>
              <a:t>mobility is a concern:</a:t>
            </a:r>
          </a:p>
          <a:p>
            <a:pPr algn="just">
              <a:lnSpc>
                <a:spcPct val="150000"/>
              </a:lnSpc>
            </a:pPr>
            <a:r>
              <a:rPr lang="en-US" dirty="0">
                <a:latin typeface="Times New Roman" panose="02020603050405020304" pitchFamily="18" charset="0"/>
                <a:cs typeface="Times New Roman" panose="02020603050405020304" pitchFamily="18" charset="0"/>
              </a:rPr>
              <a:t>• Healthcare: Navigating medical records without touching surfaces. </a:t>
            </a:r>
          </a:p>
          <a:p>
            <a:pPr algn="just">
              <a:lnSpc>
                <a:spcPct val="150000"/>
              </a:lnSpc>
            </a:pPr>
            <a:r>
              <a:rPr lang="en-US" dirty="0">
                <a:latin typeface="Times New Roman" panose="02020603050405020304" pitchFamily="18" charset="0"/>
                <a:cs typeface="Times New Roman" panose="02020603050405020304" pitchFamily="18" charset="0"/>
              </a:rPr>
              <a:t>• Education: Controlling presentations and annotations hands-free.</a:t>
            </a:r>
          </a:p>
          <a:p>
            <a:pPr algn="just">
              <a:lnSpc>
                <a:spcPct val="150000"/>
              </a:lnSpc>
            </a:pPr>
            <a:r>
              <a:rPr lang="en-US" dirty="0">
                <a:latin typeface="Times New Roman" panose="02020603050405020304" pitchFamily="18" charset="0"/>
                <a:cs typeface="Times New Roman" panose="02020603050405020304" pitchFamily="18" charset="0"/>
              </a:rPr>
              <a:t>• Public Kiosks: Enabling safe, physical-contact-free interaction.</a:t>
            </a:r>
          </a:p>
          <a:p>
            <a:pPr algn="just">
              <a:lnSpc>
                <a:spcPct val="150000"/>
              </a:lnSpc>
            </a:pPr>
            <a:r>
              <a:rPr lang="en-US" dirty="0">
                <a:latin typeface="Times New Roman" panose="02020603050405020304" pitchFamily="18" charset="0"/>
                <a:cs typeface="Times New Roman" panose="02020603050405020304" pitchFamily="18" charset="0"/>
              </a:rPr>
              <a:t>• Accessibility: Assisting users with limited mobility or dexterity.</a:t>
            </a:r>
            <a:endParaRPr lang="en-IN" dirty="0">
              <a:latin typeface="Times New Roman" panose="02020603050405020304" pitchFamily="18" charset="0"/>
              <a:cs typeface="Times New Roman" panose="02020603050405020304" pitchFamily="18" charset="0"/>
            </a:endParaRPr>
          </a:p>
        </p:txBody>
      </p:sp>
      <p:pic>
        <p:nvPicPr>
          <p:cNvPr id="4100" name="Picture 4">
            <a:extLst>
              <a:ext uri="{FF2B5EF4-FFF2-40B4-BE49-F238E27FC236}">
                <a16:creationId xmlns:a16="http://schemas.microsoft.com/office/drawing/2014/main" id="{F8189254-B975-8948-DC2C-9011A7DFF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8443070" y="2951968"/>
            <a:ext cx="3156017" cy="3135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605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Full view">
            <a:extLst>
              <a:ext uri="{FF2B5EF4-FFF2-40B4-BE49-F238E27FC236}">
                <a16:creationId xmlns:a16="http://schemas.microsoft.com/office/drawing/2014/main" id="{5C8F8F15-A71A-9922-9350-6DD3DB869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221A000-21D7-B222-CF21-BD9BC6E24331}"/>
              </a:ext>
            </a:extLst>
          </p:cNvPr>
          <p:cNvSpPr>
            <a:spLocks noChangeArrowheads="1"/>
          </p:cNvSpPr>
          <p:nvPr/>
        </p:nvSpPr>
        <p:spPr bwMode="auto">
          <a:xfrm>
            <a:off x="840057" y="1616094"/>
            <a:ext cx="10712087" cy="4243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000" b="1"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Vision-based hand gesture recognition – K. Sharma et al. (2019):</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T0 develop a vision-based system that uses machine learning to recognize hand gestures. The main goal is to enable touchless interaction for controlling computer operations in real-time.</a:t>
            </a:r>
          </a:p>
          <a:p>
            <a:pPr lvl="0"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2. Gesture controlled interface- A. Kumar and S. Reddy (2021) :</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The goal was to create a gesture-controlled interface using OpenCV and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to detect finger landmarks. This demonstrated efficient gesture mapping for common Human-Computer Interaction tasks like scrolling, zooming, and clicking</a:t>
            </a:r>
            <a:r>
              <a:rPr lang="en-IN" dirty="0">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pPr>
            <a:r>
              <a:rPr lang="en-IN" b="1" dirty="0">
                <a:latin typeface="Times New Roman" panose="02020603050405020304" pitchFamily="18" charset="0"/>
                <a:cs typeface="Times New Roman" panose="02020603050405020304" pitchFamily="18" charset="0"/>
              </a:rPr>
              <a:t>3. Gesture-Based PC automation – R. Mehta and L. Das (2022) :</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This research aimed to integrate gesture recognition with PC automation using a webcam for detection. The purpose was to provide real-time control and intuitive feedback for manipulating system functions.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20704C1-E049-AAE1-075C-1527AE77A467}"/>
              </a:ext>
            </a:extLst>
          </p:cNvPr>
          <p:cNvSpPr txBox="1"/>
          <p:nvPr/>
        </p:nvSpPr>
        <p:spPr>
          <a:xfrm>
            <a:off x="4152696" y="798917"/>
            <a:ext cx="3657600" cy="461665"/>
          </a:xfrm>
          <a:prstGeom prst="rect">
            <a:avLst/>
          </a:prstGeom>
          <a:noFill/>
        </p:spPr>
        <p:txBody>
          <a:bodyPr wrap="square" rtlCol="0">
            <a:spAutoFit/>
          </a:bodyPr>
          <a:lstStyle/>
          <a:p>
            <a:r>
              <a:rPr lang="en-US" altLang="en-US" sz="24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54198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descr="Full view">
            <a:extLst>
              <a:ext uri="{FF2B5EF4-FFF2-40B4-BE49-F238E27FC236}">
                <a16:creationId xmlns:a16="http://schemas.microsoft.com/office/drawing/2014/main" id="{4D2D020B-D930-56EB-FEF5-3C96176AB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40" y="-43837"/>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2789EAD-E981-9018-2D72-5B18CCC76752}"/>
              </a:ext>
            </a:extLst>
          </p:cNvPr>
          <p:cNvSpPr txBox="1"/>
          <p:nvPr/>
        </p:nvSpPr>
        <p:spPr>
          <a:xfrm>
            <a:off x="975100" y="1472658"/>
            <a:ext cx="5528337" cy="2908489"/>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Software Requirements:</a:t>
            </a:r>
          </a:p>
          <a:p>
            <a:pPr>
              <a:lnSpc>
                <a:spcPct val="150000"/>
              </a:lnSpc>
            </a:pPr>
            <a:r>
              <a:rPr lang="en-US" dirty="0">
                <a:latin typeface="Times New Roman" panose="02020603050405020304" pitchFamily="18" charset="0"/>
                <a:cs typeface="Times New Roman" panose="02020603050405020304" pitchFamily="18" charset="0"/>
              </a:rPr>
              <a:t>Programming Language - Python – 3.10</a:t>
            </a:r>
          </a:p>
          <a:p>
            <a:pPr>
              <a:lnSpc>
                <a:spcPct val="150000"/>
              </a:lnSpc>
            </a:pPr>
            <a:r>
              <a:rPr lang="en-US" dirty="0">
                <a:latin typeface="Times New Roman" panose="02020603050405020304" pitchFamily="18" charset="0"/>
                <a:cs typeface="Times New Roman" panose="02020603050405020304" pitchFamily="18" charset="0"/>
              </a:rPr>
              <a:t>Libraries - OpenCV,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Pyperclip</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IDE – Visual Studio Code</a:t>
            </a:r>
          </a:p>
          <a:p>
            <a:pPr>
              <a:lnSpc>
                <a:spcPct val="150000"/>
              </a:lnSpc>
            </a:pPr>
            <a:r>
              <a:rPr lang="en-US" dirty="0">
                <a:latin typeface="Times New Roman" panose="02020603050405020304" pitchFamily="18" charset="0"/>
                <a:cs typeface="Times New Roman" panose="02020603050405020304" pitchFamily="18" charset="0"/>
              </a:rPr>
              <a:t>Browser - Chrome, Firefox</a:t>
            </a:r>
          </a:p>
          <a:p>
            <a:pPr>
              <a:lnSpc>
                <a:spcPct val="150000"/>
              </a:lnSpc>
            </a:pPr>
            <a:r>
              <a:rPr lang="en-US" dirty="0">
                <a:latin typeface="Times New Roman" panose="02020603050405020304" pitchFamily="18" charset="0"/>
                <a:cs typeface="Times New Roman" panose="02020603050405020304" pitchFamily="18" charset="0"/>
              </a:rPr>
              <a:t>OS - Window/Linux/macOS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F08DA3D-88D7-6A4A-C761-F7EE6BAA8C17}"/>
              </a:ext>
            </a:extLst>
          </p:cNvPr>
          <p:cNvSpPr txBox="1"/>
          <p:nvPr/>
        </p:nvSpPr>
        <p:spPr>
          <a:xfrm>
            <a:off x="1012334" y="4048604"/>
            <a:ext cx="3770615" cy="1750736"/>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Hardware Requirements:</a:t>
            </a:r>
          </a:p>
          <a:p>
            <a:pPr>
              <a:lnSpc>
                <a:spcPct val="150000"/>
              </a:lnSpc>
            </a:pPr>
            <a:r>
              <a:rPr lang="en-US" dirty="0">
                <a:latin typeface="Times New Roman" panose="02020603050405020304" pitchFamily="18" charset="0"/>
                <a:cs typeface="Times New Roman" panose="02020603050405020304" pitchFamily="18" charset="0"/>
              </a:rPr>
              <a:t>Webcam - 720p or higher</a:t>
            </a:r>
          </a:p>
          <a:p>
            <a:pPr>
              <a:lnSpc>
                <a:spcPct val="150000"/>
              </a:lnSpc>
            </a:pPr>
            <a:r>
              <a:rPr lang="en-US" dirty="0">
                <a:latin typeface="Times New Roman" panose="02020603050405020304" pitchFamily="18" charset="0"/>
                <a:cs typeface="Times New Roman" panose="02020603050405020304" pitchFamily="18" charset="0"/>
              </a:rPr>
              <a:t>Processor - Intel i7</a:t>
            </a:r>
          </a:p>
          <a:p>
            <a:pPr>
              <a:lnSpc>
                <a:spcPct val="150000"/>
              </a:lnSpc>
            </a:pPr>
            <a:r>
              <a:rPr lang="en-US" dirty="0">
                <a:latin typeface="Times New Roman" panose="02020603050405020304" pitchFamily="18" charset="0"/>
                <a:cs typeface="Times New Roman" panose="02020603050405020304" pitchFamily="18" charset="0"/>
              </a:rPr>
              <a:t>RAM - Min 4GB</a:t>
            </a:r>
          </a:p>
        </p:txBody>
      </p:sp>
      <p:sp>
        <p:nvSpPr>
          <p:cNvPr id="9" name="TextBox 8">
            <a:extLst>
              <a:ext uri="{FF2B5EF4-FFF2-40B4-BE49-F238E27FC236}">
                <a16:creationId xmlns:a16="http://schemas.microsoft.com/office/drawing/2014/main" id="{ED2B2635-90E4-BE3A-B7FA-0486E01B64E9}"/>
              </a:ext>
            </a:extLst>
          </p:cNvPr>
          <p:cNvSpPr txBox="1"/>
          <p:nvPr/>
        </p:nvSpPr>
        <p:spPr>
          <a:xfrm>
            <a:off x="3121389" y="804064"/>
            <a:ext cx="676409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SOFTWARE &amp; HARDWARE REQUIREMENTS</a:t>
            </a:r>
            <a:endParaRPr lang="en-IN" sz="2400" b="1" dirty="0"/>
          </a:p>
        </p:txBody>
      </p:sp>
      <p:pic>
        <p:nvPicPr>
          <p:cNvPr id="12" name="Picture 11">
            <a:extLst>
              <a:ext uri="{FF2B5EF4-FFF2-40B4-BE49-F238E27FC236}">
                <a16:creationId xmlns:a16="http://schemas.microsoft.com/office/drawing/2014/main" id="{E64D8B0A-EA25-F698-CC5C-07C14B188484}"/>
              </a:ext>
            </a:extLst>
          </p:cNvPr>
          <p:cNvPicPr>
            <a:picLocks noChangeAspect="1"/>
          </p:cNvPicPr>
          <p:nvPr/>
        </p:nvPicPr>
        <p:blipFill>
          <a:blip r:embed="rId3"/>
          <a:stretch>
            <a:fillRect/>
          </a:stretch>
        </p:blipFill>
        <p:spPr>
          <a:xfrm>
            <a:off x="6648764" y="2113630"/>
            <a:ext cx="4530902" cy="3277369"/>
          </a:xfrm>
          <a:prstGeom prst="rect">
            <a:avLst/>
          </a:prstGeom>
          <a:effectLst>
            <a:softEdge rad="127000"/>
          </a:effectLst>
        </p:spPr>
      </p:pic>
    </p:spTree>
    <p:extLst>
      <p:ext uri="{BB962C8B-B14F-4D97-AF65-F5344CB8AC3E}">
        <p14:creationId xmlns:p14="http://schemas.microsoft.com/office/powerpoint/2010/main" val="3776781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52EE87C0-7CE2-31CD-D6A4-C03A12C9CEFF}"/>
              </a:ext>
            </a:extLst>
          </p:cNvPr>
          <p:cNvGrpSpPr/>
          <p:nvPr/>
        </p:nvGrpSpPr>
        <p:grpSpPr>
          <a:xfrm>
            <a:off x="0" y="0"/>
            <a:ext cx="12192000" cy="6858000"/>
            <a:chOff x="0" y="0"/>
            <a:chExt cx="12203166" cy="6964878"/>
          </a:xfrm>
        </p:grpSpPr>
        <p:pic>
          <p:nvPicPr>
            <p:cNvPr id="3" name="Picture 8" descr="Full view">
              <a:extLst>
                <a:ext uri="{FF2B5EF4-FFF2-40B4-BE49-F238E27FC236}">
                  <a16:creationId xmlns:a16="http://schemas.microsoft.com/office/drawing/2014/main" id="{6F29F256-D85E-155F-4C3E-7F020FD4D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6" y="0"/>
              <a:ext cx="12192000"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D7D157B-2297-B47E-49DB-48834FE7EFD3}"/>
                </a:ext>
              </a:extLst>
            </p:cNvPr>
            <p:cNvSpPr txBox="1"/>
            <p:nvPr/>
          </p:nvSpPr>
          <p:spPr>
            <a:xfrm>
              <a:off x="4353064" y="721507"/>
              <a:ext cx="402770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SYSTEM </a:t>
              </a:r>
              <a:r>
                <a:rPr lang="en-IN" sz="2400" b="1" dirty="0">
                  <a:latin typeface="Times New Roman" panose="02020603050405020304" pitchFamily="18" charset="0"/>
                  <a:cs typeface="Times New Roman" panose="02020603050405020304" pitchFamily="18" charset="0"/>
                </a:rPr>
                <a:t>ARCHITECTURE</a:t>
              </a:r>
              <a:endParaRPr lang="en-US" sz="2400" b="1" dirty="0">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D9158637-B3B4-AE75-690D-FCDD03018E69}"/>
                </a:ext>
              </a:extLst>
            </p:cNvPr>
            <p:cNvSpPr/>
            <p:nvPr/>
          </p:nvSpPr>
          <p:spPr>
            <a:xfrm>
              <a:off x="940994" y="1883231"/>
              <a:ext cx="1095274" cy="3693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6" name="Picture 8" descr="Full view">
              <a:extLst>
                <a:ext uri="{FF2B5EF4-FFF2-40B4-BE49-F238E27FC236}">
                  <a16:creationId xmlns:a16="http://schemas.microsoft.com/office/drawing/2014/main" id="{BDA814BB-BE2F-72E5-DBC6-65FEDC475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181"/>
              <a:ext cx="12192000" cy="6868997"/>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860058-F900-A268-88D8-611B5829BF17}"/>
                </a:ext>
              </a:extLst>
            </p:cNvPr>
            <p:cNvSpPr txBox="1"/>
            <p:nvPr/>
          </p:nvSpPr>
          <p:spPr>
            <a:xfrm>
              <a:off x="4082146" y="861578"/>
              <a:ext cx="402770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SYSTEM </a:t>
              </a:r>
              <a:r>
                <a:rPr lang="en-IN" sz="2400" b="1" dirty="0">
                  <a:latin typeface="Times New Roman" panose="02020603050405020304" pitchFamily="18" charset="0"/>
                  <a:cs typeface="Times New Roman" panose="02020603050405020304" pitchFamily="18" charset="0"/>
                </a:rPr>
                <a:t>ARCHITECTURE</a:t>
              </a:r>
              <a:endParaRPr lang="en-US" sz="2400" b="1" dirty="0">
                <a:latin typeface="Times New Roman" panose="02020603050405020304" pitchFamily="18" charset="0"/>
                <a:cs typeface="Times New Roman" panose="02020603050405020304" pitchFamily="18" charset="0"/>
              </a:endParaRPr>
            </a:p>
          </p:txBody>
        </p:sp>
        <p:pic>
          <p:nvPicPr>
            <p:cNvPr id="8" name="Graphic 7" descr="User with solid fill">
              <a:extLst>
                <a:ext uri="{FF2B5EF4-FFF2-40B4-BE49-F238E27FC236}">
                  <a16:creationId xmlns:a16="http://schemas.microsoft.com/office/drawing/2014/main" id="{14B49CDE-9E7E-FCB2-BC5C-16E65CBD63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575" y="1576810"/>
              <a:ext cx="755322" cy="755322"/>
            </a:xfrm>
            <a:prstGeom prst="rect">
              <a:avLst/>
            </a:prstGeom>
          </p:spPr>
        </p:pic>
        <p:grpSp>
          <p:nvGrpSpPr>
            <p:cNvPr id="9" name="Group 8">
              <a:extLst>
                <a:ext uri="{FF2B5EF4-FFF2-40B4-BE49-F238E27FC236}">
                  <a16:creationId xmlns:a16="http://schemas.microsoft.com/office/drawing/2014/main" id="{2A3A25F2-E77A-F397-9E03-644641085E73}"/>
                </a:ext>
              </a:extLst>
            </p:cNvPr>
            <p:cNvGrpSpPr/>
            <p:nvPr/>
          </p:nvGrpSpPr>
          <p:grpSpPr>
            <a:xfrm>
              <a:off x="1029294" y="1297507"/>
              <a:ext cx="9480850" cy="4087922"/>
              <a:chOff x="757260" y="1208524"/>
              <a:chExt cx="9480850" cy="4134553"/>
            </a:xfrm>
          </p:grpSpPr>
          <p:cxnSp>
            <p:nvCxnSpPr>
              <p:cNvPr id="10" name="Straight Arrow Connector 9">
                <a:extLst>
                  <a:ext uri="{FF2B5EF4-FFF2-40B4-BE49-F238E27FC236}">
                    <a16:creationId xmlns:a16="http://schemas.microsoft.com/office/drawing/2014/main" id="{9D4184DF-BC99-A768-20F6-5A97B09B21F5}"/>
                  </a:ext>
                </a:extLst>
              </p:cNvPr>
              <p:cNvCxnSpPr>
                <a:cxnSpLocks/>
              </p:cNvCxnSpPr>
              <p:nvPr/>
            </p:nvCxnSpPr>
            <p:spPr>
              <a:xfrm>
                <a:off x="1334796" y="3429000"/>
                <a:ext cx="70273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329106C8-6C9D-0DE8-4996-BE0C786A17F7}"/>
                  </a:ext>
                </a:extLst>
              </p:cNvPr>
              <p:cNvSpPr/>
              <p:nvPr/>
            </p:nvSpPr>
            <p:spPr>
              <a:xfrm>
                <a:off x="2027478" y="3016859"/>
                <a:ext cx="2316599" cy="639103"/>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Hand Detection</a:t>
                </a:r>
              </a:p>
              <a:p>
                <a:pPr algn="ctr"/>
                <a:r>
                  <a:rPr lang="en-US" sz="1600" dirty="0">
                    <a:latin typeface="Times New Roman" panose="02020603050405020304" pitchFamily="18" charset="0"/>
                    <a:cs typeface="Times New Roman" panose="02020603050405020304" pitchFamily="18" charset="0"/>
                  </a:rPr>
                  <a:t>(OpenCV)</a:t>
                </a:r>
                <a:endParaRPr lang="en-IN"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D56148D-2E44-702D-F847-A5C5815C5E65}"/>
                  </a:ext>
                </a:extLst>
              </p:cNvPr>
              <p:cNvSpPr/>
              <p:nvPr/>
            </p:nvSpPr>
            <p:spPr>
              <a:xfrm>
                <a:off x="2037526" y="4098744"/>
                <a:ext cx="2343936" cy="1136081"/>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Gesture Recognition</a:t>
                </a:r>
              </a:p>
              <a:p>
                <a:pPr algn="ct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MediaPipe</a:t>
                </a:r>
                <a:r>
                  <a:rPr lang="en-US" sz="16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6694AE4E-BE9C-BF66-F0E8-A29FD1C941E0}"/>
                  </a:ext>
                </a:extLst>
              </p:cNvPr>
              <p:cNvSpPr/>
              <p:nvPr/>
            </p:nvSpPr>
            <p:spPr>
              <a:xfrm>
                <a:off x="4820402" y="3704173"/>
                <a:ext cx="2624098" cy="1638904"/>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Gesture Based Command.</a:t>
                </a:r>
              </a:p>
              <a:p>
                <a:pPr algn="ctr"/>
                <a:r>
                  <a:rPr lang="en-US" sz="1600" dirty="0">
                    <a:latin typeface="Times New Roman" panose="02020603050405020304" pitchFamily="18" charset="0"/>
                    <a:cs typeface="Times New Roman" panose="02020603050405020304" pitchFamily="18" charset="0"/>
                  </a:rPr>
                  <a:t>(Gesture valid = Command)</a:t>
                </a: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7F23C39A-4C92-85F7-1AD1-811997C56AE1}"/>
                  </a:ext>
                </a:extLst>
              </p:cNvPr>
              <p:cNvCxnSpPr>
                <a:cxnSpLocks/>
              </p:cNvCxnSpPr>
              <p:nvPr/>
            </p:nvCxnSpPr>
            <p:spPr>
              <a:xfrm>
                <a:off x="6294548" y="2363404"/>
                <a:ext cx="4720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8BDD284-8505-6430-D47D-E920BDA25159}"/>
                  </a:ext>
                </a:extLst>
              </p:cNvPr>
              <p:cNvCxnSpPr>
                <a:cxnSpLocks/>
              </p:cNvCxnSpPr>
              <p:nvPr/>
            </p:nvCxnSpPr>
            <p:spPr>
              <a:xfrm>
                <a:off x="4381462" y="4353188"/>
                <a:ext cx="43894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9091DE26-FBC4-E392-C6E4-2B0DDB51997C}"/>
                  </a:ext>
                </a:extLst>
              </p:cNvPr>
              <p:cNvSpPr/>
              <p:nvPr/>
            </p:nvSpPr>
            <p:spPr>
              <a:xfrm>
                <a:off x="6805571" y="1981436"/>
                <a:ext cx="2241282" cy="935487"/>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Action Execution</a:t>
                </a:r>
                <a:br>
                  <a:rPr lang="en-US"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PyAutoGUI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Pyperclip</a:t>
                </a:r>
                <a:r>
                  <a:rPr lang="en-US" sz="14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id="{47751683-BC2F-B377-65FA-31ED846FDB3B}"/>
                  </a:ext>
                </a:extLst>
              </p:cNvPr>
              <p:cNvCxnSpPr>
                <a:cxnSpLocks/>
              </p:cNvCxnSpPr>
              <p:nvPr/>
            </p:nvCxnSpPr>
            <p:spPr>
              <a:xfrm>
                <a:off x="9736582" y="2470149"/>
                <a:ext cx="13108" cy="6297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2A25EC2-902D-AAD1-47D6-14045386E2D7}"/>
                  </a:ext>
                </a:extLst>
              </p:cNvPr>
              <p:cNvSpPr/>
              <p:nvPr/>
            </p:nvSpPr>
            <p:spPr>
              <a:xfrm>
                <a:off x="8510362" y="3104649"/>
                <a:ext cx="1727748" cy="490423"/>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Visualization</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96D0DE7-115B-966D-808C-52F32F7E019C}"/>
                  </a:ext>
                </a:extLst>
              </p:cNvPr>
              <p:cNvSpPr txBox="1"/>
              <p:nvPr/>
            </p:nvSpPr>
            <p:spPr>
              <a:xfrm>
                <a:off x="757260" y="1208524"/>
                <a:ext cx="671979" cy="373545"/>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Input</a:t>
                </a:r>
                <a:endParaRPr lang="en-IN" dirty="0">
                  <a:latin typeface="Times New Roman" panose="02020603050405020304" pitchFamily="18" charset="0"/>
                  <a:cs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32D0AD3F-88F9-7CA1-A591-57B9F8E1A9B2}"/>
                  </a:ext>
                </a:extLst>
              </p:cNvPr>
              <p:cNvCxnSpPr>
                <a:cxnSpLocks/>
              </p:cNvCxnSpPr>
              <p:nvPr/>
            </p:nvCxnSpPr>
            <p:spPr>
              <a:xfrm>
                <a:off x="9584968" y="3595072"/>
                <a:ext cx="0" cy="51110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49481144-B55E-8AA8-6FD6-22D3F8B1484A}"/>
                </a:ext>
              </a:extLst>
            </p:cNvPr>
            <p:cNvSpPr/>
            <p:nvPr/>
          </p:nvSpPr>
          <p:spPr>
            <a:xfrm>
              <a:off x="940994" y="1883231"/>
              <a:ext cx="1095274" cy="3693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23" name="Graphic 22" descr="Camera">
              <a:extLst>
                <a:ext uri="{FF2B5EF4-FFF2-40B4-BE49-F238E27FC236}">
                  <a16:creationId xmlns:a16="http://schemas.microsoft.com/office/drawing/2014/main" id="{8BE76256-0496-73EB-5873-3E6CBF8B1A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8575" y="3097331"/>
              <a:ext cx="722698" cy="722698"/>
            </a:xfrm>
            <a:prstGeom prst="rect">
              <a:avLst/>
            </a:prstGeom>
          </p:spPr>
        </p:pic>
        <p:cxnSp>
          <p:nvCxnSpPr>
            <p:cNvPr id="24" name="Straight Arrow Connector 23">
              <a:extLst>
                <a:ext uri="{FF2B5EF4-FFF2-40B4-BE49-F238E27FC236}">
                  <a16:creationId xmlns:a16="http://schemas.microsoft.com/office/drawing/2014/main" id="{4B67F49C-CD4F-6681-489E-E129F6C8573F}"/>
                </a:ext>
              </a:extLst>
            </p:cNvPr>
            <p:cNvCxnSpPr>
              <a:cxnSpLocks/>
            </p:cNvCxnSpPr>
            <p:nvPr/>
          </p:nvCxnSpPr>
          <p:spPr>
            <a:xfrm>
              <a:off x="1365282" y="2695325"/>
              <a:ext cx="1" cy="39012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2E87C8AA-8A6D-10E7-5818-19FF6D9AB5FE}"/>
                </a:ext>
              </a:extLst>
            </p:cNvPr>
            <p:cNvCxnSpPr>
              <a:cxnSpLocks/>
            </p:cNvCxnSpPr>
            <p:nvPr/>
          </p:nvCxnSpPr>
          <p:spPr>
            <a:xfrm>
              <a:off x="3340593" y="3718726"/>
              <a:ext cx="0" cy="43640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424A77E7-0750-3B9D-08F9-E78790D47486}"/>
                </a:ext>
              </a:extLst>
            </p:cNvPr>
            <p:cNvCxnSpPr>
              <a:cxnSpLocks/>
            </p:cNvCxnSpPr>
            <p:nvPr/>
          </p:nvCxnSpPr>
          <p:spPr>
            <a:xfrm>
              <a:off x="9318887" y="2544903"/>
              <a:ext cx="6897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E2C4EBB-1D75-96BD-4084-8C0EE71053F8}"/>
                </a:ext>
              </a:extLst>
            </p:cNvPr>
            <p:cNvSpPr txBox="1"/>
            <p:nvPr/>
          </p:nvSpPr>
          <p:spPr>
            <a:xfrm>
              <a:off x="848042" y="3883062"/>
              <a:ext cx="109527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Web Cam</a:t>
              </a:r>
              <a:endParaRPr lang="en-IN" sz="1600" dirty="0">
                <a:latin typeface="Times New Roman" panose="02020603050405020304" pitchFamily="18" charset="0"/>
                <a:cs typeface="Times New Roman" panose="02020603050405020304" pitchFamily="18" charset="0"/>
              </a:endParaRPr>
            </a:p>
          </p:txBody>
        </p:sp>
        <p:cxnSp>
          <p:nvCxnSpPr>
            <p:cNvPr id="28" name="Straight Connector 27">
              <a:extLst>
                <a:ext uri="{FF2B5EF4-FFF2-40B4-BE49-F238E27FC236}">
                  <a16:creationId xmlns:a16="http://schemas.microsoft.com/office/drawing/2014/main" id="{B6CCFFCD-6DE0-5CBF-5994-519CF5BE3A98}"/>
                </a:ext>
              </a:extLst>
            </p:cNvPr>
            <p:cNvCxnSpPr>
              <a:cxnSpLocks/>
            </p:cNvCxnSpPr>
            <p:nvPr/>
          </p:nvCxnSpPr>
          <p:spPr>
            <a:xfrm flipV="1">
              <a:off x="6566581" y="2439362"/>
              <a:ext cx="0" cy="13256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7A9DFAB-438E-70A3-5309-3EE9A7BA673A}"/>
                </a:ext>
              </a:extLst>
            </p:cNvPr>
            <p:cNvSpPr/>
            <p:nvPr/>
          </p:nvSpPr>
          <p:spPr>
            <a:xfrm>
              <a:off x="985144" y="2308666"/>
              <a:ext cx="843622" cy="36961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User</a:t>
              </a:r>
            </a:p>
          </p:txBody>
        </p:sp>
        <p:pic>
          <p:nvPicPr>
            <p:cNvPr id="30" name="Graphic 29" descr="Raised hand with solid fill">
              <a:extLst>
                <a:ext uri="{FF2B5EF4-FFF2-40B4-BE49-F238E27FC236}">
                  <a16:creationId xmlns:a16="http://schemas.microsoft.com/office/drawing/2014/main" id="{CB4DD7CF-F3CA-D08B-140A-5B88CAA385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55022" y="3247026"/>
              <a:ext cx="423308" cy="423308"/>
            </a:xfrm>
            <a:prstGeom prst="rect">
              <a:avLst/>
            </a:prstGeom>
          </p:spPr>
        </p:pic>
        <p:pic>
          <p:nvPicPr>
            <p:cNvPr id="31" name="Graphic 30" descr="Magnifying glass with solid fill">
              <a:extLst>
                <a:ext uri="{FF2B5EF4-FFF2-40B4-BE49-F238E27FC236}">
                  <a16:creationId xmlns:a16="http://schemas.microsoft.com/office/drawing/2014/main" id="{51DA5C37-6879-5DFD-9325-EFB6CC56DA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26682" y="4677913"/>
              <a:ext cx="517319" cy="517319"/>
            </a:xfrm>
            <a:prstGeom prst="rect">
              <a:avLst/>
            </a:prstGeom>
          </p:spPr>
        </p:pic>
        <p:pic>
          <p:nvPicPr>
            <p:cNvPr id="32" name="Graphic 31" descr="Peace Gesture with solid fill">
              <a:extLst>
                <a:ext uri="{FF2B5EF4-FFF2-40B4-BE49-F238E27FC236}">
                  <a16:creationId xmlns:a16="http://schemas.microsoft.com/office/drawing/2014/main" id="{A35072B1-E2C1-6E65-362A-93087AA1D91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11725" y="4662895"/>
              <a:ext cx="712337" cy="571916"/>
            </a:xfrm>
            <a:prstGeom prst="rect">
              <a:avLst/>
            </a:prstGeom>
          </p:spPr>
        </p:pic>
        <p:pic>
          <p:nvPicPr>
            <p:cNvPr id="33" name="Graphic 32" descr="Arrow Right with solid fill">
              <a:extLst>
                <a:ext uri="{FF2B5EF4-FFF2-40B4-BE49-F238E27FC236}">
                  <a16:creationId xmlns:a16="http://schemas.microsoft.com/office/drawing/2014/main" id="{10DF9218-6F0E-6382-C117-CF378889D89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314682" y="4748598"/>
              <a:ext cx="427843" cy="427843"/>
            </a:xfrm>
            <a:prstGeom prst="rect">
              <a:avLst/>
            </a:prstGeom>
          </p:spPr>
        </p:pic>
        <p:pic>
          <p:nvPicPr>
            <p:cNvPr id="34" name="Graphic 33" descr="Checklist with solid fill">
              <a:extLst>
                <a:ext uri="{FF2B5EF4-FFF2-40B4-BE49-F238E27FC236}">
                  <a16:creationId xmlns:a16="http://schemas.microsoft.com/office/drawing/2014/main" id="{1998F2A7-68B3-C57C-4F2B-18643F8D684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75930" y="4552971"/>
              <a:ext cx="725427" cy="725427"/>
            </a:xfrm>
            <a:prstGeom prst="rect">
              <a:avLst/>
            </a:prstGeom>
          </p:spPr>
        </p:pic>
        <p:pic>
          <p:nvPicPr>
            <p:cNvPr id="35" name="Graphic 34" descr="Arrow Right with solid fill">
              <a:extLst>
                <a:ext uri="{FF2B5EF4-FFF2-40B4-BE49-F238E27FC236}">
                  <a16:creationId xmlns:a16="http://schemas.microsoft.com/office/drawing/2014/main" id="{E6990D10-E0E1-D8F5-4247-7185C69C66C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96000" y="4722651"/>
              <a:ext cx="559298" cy="427843"/>
            </a:xfrm>
            <a:prstGeom prst="rect">
              <a:avLst/>
            </a:prstGeom>
          </p:spPr>
        </p:pic>
        <p:pic>
          <p:nvPicPr>
            <p:cNvPr id="36" name="Graphic 35" descr="Handprint with solid fill">
              <a:extLst>
                <a:ext uri="{FF2B5EF4-FFF2-40B4-BE49-F238E27FC236}">
                  <a16:creationId xmlns:a16="http://schemas.microsoft.com/office/drawing/2014/main" id="{B6BF539D-ADCB-7516-51E6-580B2E01742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56185" y="4486693"/>
              <a:ext cx="697176" cy="697176"/>
            </a:xfrm>
            <a:prstGeom prst="rect">
              <a:avLst/>
            </a:prstGeom>
          </p:spPr>
        </p:pic>
        <p:pic>
          <p:nvPicPr>
            <p:cNvPr id="37" name="Graphic 36" descr="Rocket with solid fill">
              <a:extLst>
                <a:ext uri="{FF2B5EF4-FFF2-40B4-BE49-F238E27FC236}">
                  <a16:creationId xmlns:a16="http://schemas.microsoft.com/office/drawing/2014/main" id="{7B83C94B-D971-6CE9-FCDD-2F757A07713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857733" y="2144054"/>
              <a:ext cx="422191" cy="422191"/>
            </a:xfrm>
            <a:prstGeom prst="rect">
              <a:avLst/>
            </a:prstGeom>
          </p:spPr>
        </p:pic>
        <p:pic>
          <p:nvPicPr>
            <p:cNvPr id="38" name="Graphic 37" descr="Receipt with solid fill">
              <a:extLst>
                <a:ext uri="{FF2B5EF4-FFF2-40B4-BE49-F238E27FC236}">
                  <a16:creationId xmlns:a16="http://schemas.microsoft.com/office/drawing/2014/main" id="{EDA4ECDE-1FCB-445D-8E85-D28C0586BA29}"/>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61510" y="3142384"/>
              <a:ext cx="642889" cy="564988"/>
            </a:xfrm>
            <a:prstGeom prst="rect">
              <a:avLst/>
            </a:prstGeom>
          </p:spPr>
        </p:pic>
        <p:sp>
          <p:nvSpPr>
            <p:cNvPr id="39" name="Rectangle 38">
              <a:extLst>
                <a:ext uri="{FF2B5EF4-FFF2-40B4-BE49-F238E27FC236}">
                  <a16:creationId xmlns:a16="http://schemas.microsoft.com/office/drawing/2014/main" id="{5B60C4F5-63B7-96E2-2945-19204455EB87}"/>
                </a:ext>
              </a:extLst>
            </p:cNvPr>
            <p:cNvSpPr/>
            <p:nvPr/>
          </p:nvSpPr>
          <p:spPr>
            <a:xfrm>
              <a:off x="9300028" y="4179991"/>
              <a:ext cx="1226220" cy="36933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Output</a:t>
              </a:r>
            </a:p>
          </p:txBody>
        </p:sp>
        <p:pic>
          <p:nvPicPr>
            <p:cNvPr id="40" name="Graphic 39" descr="Remote learning language with solid fill">
              <a:extLst>
                <a:ext uri="{FF2B5EF4-FFF2-40B4-BE49-F238E27FC236}">
                  <a16:creationId xmlns:a16="http://schemas.microsoft.com/office/drawing/2014/main" id="{B7362695-5E39-1908-2533-0EEAB2C82554}"/>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854634" y="4685332"/>
              <a:ext cx="681968" cy="681968"/>
            </a:xfrm>
            <a:prstGeom prst="rect">
              <a:avLst/>
            </a:prstGeom>
          </p:spPr>
        </p:pic>
        <p:pic>
          <p:nvPicPr>
            <p:cNvPr id="41" name="Graphic 40" descr="Remote learning language outline">
              <a:extLst>
                <a:ext uri="{FF2B5EF4-FFF2-40B4-BE49-F238E27FC236}">
                  <a16:creationId xmlns:a16="http://schemas.microsoft.com/office/drawing/2014/main" id="{72F896D6-872D-45AE-C595-6129ABD4BE7A}"/>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169160" y="4685332"/>
              <a:ext cx="681968" cy="681968"/>
            </a:xfrm>
            <a:prstGeom prst="rect">
              <a:avLst/>
            </a:prstGeom>
          </p:spPr>
        </p:pic>
        <p:pic>
          <p:nvPicPr>
            <p:cNvPr id="42" name="Graphic 41" descr="Ethernet with solid fill">
              <a:extLst>
                <a:ext uri="{FF2B5EF4-FFF2-40B4-BE49-F238E27FC236}">
                  <a16:creationId xmlns:a16="http://schemas.microsoft.com/office/drawing/2014/main" id="{8C725882-66C7-8DBF-ECE9-0236BD17CB59}"/>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479045" y="4734932"/>
              <a:ext cx="755914" cy="517319"/>
            </a:xfrm>
            <a:prstGeom prst="rect">
              <a:avLst/>
            </a:prstGeom>
          </p:spPr>
        </p:pic>
      </p:grpSp>
    </p:spTree>
    <p:extLst>
      <p:ext uri="{BB962C8B-B14F-4D97-AF65-F5344CB8AC3E}">
        <p14:creationId xmlns:p14="http://schemas.microsoft.com/office/powerpoint/2010/main" val="2197069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Full view">
            <a:extLst>
              <a:ext uri="{FF2B5EF4-FFF2-40B4-BE49-F238E27FC236}">
                <a16:creationId xmlns:a16="http://schemas.microsoft.com/office/drawing/2014/main" id="{D75F40A2-9306-DB51-3788-787C4F9C14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FE6714A-B93E-7369-39EB-5D96697B4781}"/>
              </a:ext>
            </a:extLst>
          </p:cNvPr>
          <p:cNvSpPr txBox="1"/>
          <p:nvPr/>
        </p:nvSpPr>
        <p:spPr>
          <a:xfrm>
            <a:off x="4712678" y="655626"/>
            <a:ext cx="30031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METHODOLOGIES</a:t>
            </a:r>
            <a:endParaRPr lang="en-US" sz="28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AC1E8010-764F-B518-AC47-ED018ACB101D}"/>
              </a:ext>
            </a:extLst>
          </p:cNvPr>
          <p:cNvSpPr>
            <a:spLocks noChangeArrowheads="1"/>
          </p:cNvSpPr>
          <p:nvPr/>
        </p:nvSpPr>
        <p:spPr bwMode="auto">
          <a:xfrm>
            <a:off x="774593" y="1122471"/>
            <a:ext cx="10879342"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1. Input (Seeing Your Hand) - </a:t>
            </a:r>
            <a:r>
              <a:rPr lang="en-US" dirty="0">
                <a:latin typeface="Times New Roman" panose="02020603050405020304" pitchFamily="18" charset="0"/>
                <a:cs typeface="Times New Roman" panose="02020603050405020304" pitchFamily="18" charset="0"/>
              </a:rPr>
              <a:t>The system uses your webcam to capture live video.</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The video is flipped (like a mirror) so your movements feel natural to you.</a:t>
            </a:r>
          </a:p>
          <a:p>
            <a:pPr lvl="0"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2. Hand Tracking (Finding the Fingers) - </a:t>
            </a:r>
            <a:r>
              <a:rPr lang="en-US" dirty="0">
                <a:latin typeface="Times New Roman" panose="02020603050405020304" pitchFamily="18" charset="0"/>
                <a:cs typeface="Times New Roman" panose="02020603050405020304" pitchFamily="18" charset="0"/>
              </a:rPr>
              <a:t>It uses a tool called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to instantly find your hand.</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It identifies 21 key points (like fingertips, joints, and wrist) to get the exact location of every part of your hand.</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Why it's good: It works accurately even if your hand is slightly hidden or the lighting changes.</a:t>
            </a:r>
          </a:p>
          <a:p>
            <a:pPr lvl="0"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3. Gesture Recognition (What You Are Doing) - </a:t>
            </a:r>
            <a:r>
              <a:rPr lang="en-US" dirty="0">
                <a:latin typeface="Times New Roman" panose="02020603050405020304" pitchFamily="18" charset="0"/>
                <a:cs typeface="Times New Roman" panose="02020603050405020304" pitchFamily="18" charset="0"/>
              </a:rPr>
              <a:t>The system compares the detected pattern of your fingers (the landmarks) to a list of stored gestures (e.g., Select, Copy, Scroll).</a:t>
            </a:r>
          </a:p>
          <a:p>
            <a:pPr lvl="0" algn="just"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Once a match is found, the system knows the name of the gesture you performed. </a:t>
            </a:r>
          </a:p>
          <a:p>
            <a:pPr lvl="0" algn="just"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4. Action (Executing the command) - </a:t>
            </a:r>
            <a:r>
              <a:rPr lang="en-US" altLang="en-US" dirty="0">
                <a:latin typeface="Times New Roman" panose="02020603050405020304" pitchFamily="18" charset="0"/>
                <a:cs typeface="Times New Roman" panose="02020603050405020304" pitchFamily="18" charset="0"/>
              </a:rPr>
              <a:t>Copy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ctrl + c, Paste ctrl+ v, Select  mouse click, Switching tabs </a:t>
            </a:r>
          </a:p>
          <a:p>
            <a:pPr lvl="0" algn="just" eaLnBrk="0" fontAlgn="base" hangingPunct="0">
              <a:lnSpc>
                <a:spcPct val="150000"/>
              </a:lnSpc>
              <a:spcBef>
                <a:spcPct val="0"/>
              </a:spcBef>
              <a:spcAft>
                <a:spcPct val="0"/>
              </a:spcAft>
            </a:pP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Alt+tab</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Screenshot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prtSc</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Scroll  scroll action, Exit  Closes the application Window. It uses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PyAutoGUI</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and </a:t>
            </a:r>
            <a:r>
              <a:rPr lang="en-US" altLang="en-US" dirty="0" err="1">
                <a:latin typeface="Times New Roman" panose="02020603050405020304" pitchFamily="18" charset="0"/>
                <a:cs typeface="Times New Roman" panose="02020603050405020304" pitchFamily="18" charset="0"/>
                <a:sym typeface="Wingdings" panose="05000000000000000000" pitchFamily="2" charset="2"/>
              </a:rPr>
              <a:t>Pyperclip</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libraries to control the computer interactions.</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939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B034B0A3-9D4E-8E07-567D-5D6B4A30064D}"/>
              </a:ext>
            </a:extLst>
          </p:cNvPr>
          <p:cNvGrpSpPr/>
          <p:nvPr/>
        </p:nvGrpSpPr>
        <p:grpSpPr>
          <a:xfrm>
            <a:off x="-1320403" y="0"/>
            <a:ext cx="13512402" cy="6856920"/>
            <a:chOff x="-1320403" y="0"/>
            <a:chExt cx="13512402" cy="6856920"/>
          </a:xfrm>
        </p:grpSpPr>
        <p:pic>
          <p:nvPicPr>
            <p:cNvPr id="73" name="Picture 8" descr="Full view">
              <a:extLst>
                <a:ext uri="{FF2B5EF4-FFF2-40B4-BE49-F238E27FC236}">
                  <a16:creationId xmlns:a16="http://schemas.microsoft.com/office/drawing/2014/main" id="{0E7B5866-B058-7968-B385-07BC81AEC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692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9D7880-4900-B24D-D89C-C3473705BC30}"/>
                </a:ext>
              </a:extLst>
            </p:cNvPr>
            <p:cNvSpPr txBox="1"/>
            <p:nvPr/>
          </p:nvSpPr>
          <p:spPr>
            <a:xfrm>
              <a:off x="4598633" y="413037"/>
              <a:ext cx="283295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UM</a:t>
              </a:r>
              <a:r>
                <a:rPr lang="en-IN" sz="2400" b="1" dirty="0">
                  <a:latin typeface="Times New Roman" panose="02020603050405020304" pitchFamily="18" charset="0"/>
                  <a:cs typeface="Times New Roman" panose="02020603050405020304" pitchFamily="18" charset="0"/>
                </a:rPr>
                <a:t>L DIAGRAMS</a:t>
              </a:r>
              <a:endParaRPr 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BF56E9C3-ADF9-D591-17A4-184316AAF637}"/>
                    </a:ext>
                  </a:extLst>
                </p14:cNvPr>
                <p14:cNvContentPartPr/>
                <p14:nvPr/>
              </p14:nvContentPartPr>
              <p14:xfrm>
                <a:off x="-1320403" y="688098"/>
                <a:ext cx="360" cy="360"/>
              </p14:xfrm>
            </p:contentPart>
          </mc:Choice>
          <mc:Fallback xmlns="">
            <p:pic>
              <p:nvPicPr>
                <p:cNvPr id="10" name="Ink 9">
                  <a:extLst>
                    <a:ext uri="{FF2B5EF4-FFF2-40B4-BE49-F238E27FC236}">
                      <a16:creationId xmlns:a16="http://schemas.microsoft.com/office/drawing/2014/main" id="{BF56E9C3-ADF9-D591-17A4-184316AAF637}"/>
                    </a:ext>
                  </a:extLst>
                </p:cNvPr>
                <p:cNvPicPr/>
                <p:nvPr/>
              </p:nvPicPr>
              <p:blipFill>
                <a:blip r:embed="rId4"/>
                <a:stretch>
                  <a:fillRect/>
                </a:stretch>
              </p:blipFill>
              <p:spPr>
                <a:xfrm>
                  <a:off x="-1329403" y="679098"/>
                  <a:ext cx="18000" cy="18000"/>
                </a:xfrm>
                <a:prstGeom prst="rect">
                  <a:avLst/>
                </a:prstGeom>
              </p:spPr>
            </p:pic>
          </mc:Fallback>
        </mc:AlternateContent>
        <p:sp>
          <p:nvSpPr>
            <p:cNvPr id="11" name="TextBox 10">
              <a:extLst>
                <a:ext uri="{FF2B5EF4-FFF2-40B4-BE49-F238E27FC236}">
                  <a16:creationId xmlns:a16="http://schemas.microsoft.com/office/drawing/2014/main" id="{881CF0DD-324B-EDDE-FFDD-FD31A742642F}"/>
                </a:ext>
              </a:extLst>
            </p:cNvPr>
            <p:cNvSpPr txBox="1"/>
            <p:nvPr/>
          </p:nvSpPr>
          <p:spPr>
            <a:xfrm>
              <a:off x="986319" y="1099335"/>
              <a:ext cx="3202352"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DATA FLOW DIAGRAM :</a:t>
              </a:r>
              <a:endParaRPr lang="en-IN" sz="20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97F81951-6808-9D6E-FADC-505BCF2043F9}"/>
                </a:ext>
              </a:extLst>
            </p:cNvPr>
            <p:cNvSpPr/>
            <p:nvPr/>
          </p:nvSpPr>
          <p:spPr>
            <a:xfrm>
              <a:off x="919162" y="2133570"/>
              <a:ext cx="828675" cy="40011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User</a:t>
              </a:r>
            </a:p>
          </p:txBody>
        </p:sp>
        <p:cxnSp>
          <p:nvCxnSpPr>
            <p:cNvPr id="8" name="Straight Arrow Connector 7">
              <a:extLst>
                <a:ext uri="{FF2B5EF4-FFF2-40B4-BE49-F238E27FC236}">
                  <a16:creationId xmlns:a16="http://schemas.microsoft.com/office/drawing/2014/main" id="{8EA74EF7-BADB-07BB-0E7C-2CEE4BEB0D3C}"/>
                </a:ext>
              </a:extLst>
            </p:cNvPr>
            <p:cNvCxnSpPr>
              <a:cxnSpLocks/>
            </p:cNvCxnSpPr>
            <p:nvPr/>
          </p:nvCxnSpPr>
          <p:spPr>
            <a:xfrm>
              <a:off x="1747837" y="2371844"/>
              <a:ext cx="3719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7285FA9-61A1-6C70-AD8D-8428E2A512B3}"/>
                </a:ext>
              </a:extLst>
            </p:cNvPr>
            <p:cNvSpPr/>
            <p:nvPr/>
          </p:nvSpPr>
          <p:spPr>
            <a:xfrm>
              <a:off x="2119747" y="2102174"/>
              <a:ext cx="1228725" cy="63236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Web Cam</a:t>
              </a:r>
            </a:p>
            <a:p>
              <a:pPr algn="ctr"/>
              <a:r>
                <a:rPr lang="en-IN" sz="1400" dirty="0">
                  <a:solidFill>
                    <a:schemeClr val="tx1"/>
                  </a:solidFill>
                </a:rPr>
                <a:t>(OpenCV)</a:t>
              </a:r>
            </a:p>
          </p:txBody>
        </p:sp>
        <p:cxnSp>
          <p:nvCxnSpPr>
            <p:cNvPr id="15" name="Straight Arrow Connector 14">
              <a:extLst>
                <a:ext uri="{FF2B5EF4-FFF2-40B4-BE49-F238E27FC236}">
                  <a16:creationId xmlns:a16="http://schemas.microsoft.com/office/drawing/2014/main" id="{9A717AAD-CA68-2340-1E0D-6217179AD797}"/>
                </a:ext>
              </a:extLst>
            </p:cNvPr>
            <p:cNvCxnSpPr>
              <a:cxnSpLocks/>
              <a:stCxn id="12" idx="3"/>
            </p:cNvCxnSpPr>
            <p:nvPr/>
          </p:nvCxnSpPr>
          <p:spPr>
            <a:xfrm flipV="1">
              <a:off x="3348472" y="2408803"/>
              <a:ext cx="492267" cy="95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28C4D91-5BA0-FC36-3932-F01737E3525C}"/>
                </a:ext>
              </a:extLst>
            </p:cNvPr>
            <p:cNvSpPr/>
            <p:nvPr/>
          </p:nvSpPr>
          <p:spPr>
            <a:xfrm>
              <a:off x="3851861" y="2022248"/>
              <a:ext cx="1383885" cy="77310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Hand Detection</a:t>
              </a:r>
              <a:endParaRPr lang="en-IN" sz="1400" dirty="0">
                <a:solidFill>
                  <a:schemeClr val="tx1"/>
                </a:solidFill>
              </a:endParaRPr>
            </a:p>
            <a:p>
              <a:pPr algn="ctr"/>
              <a:r>
                <a:rPr lang="en-IN" sz="1400" dirty="0">
                  <a:solidFill>
                    <a:schemeClr val="tx1"/>
                  </a:solidFill>
                </a:rPr>
                <a:t>(</a:t>
              </a:r>
              <a:r>
                <a:rPr lang="en-IN" sz="1400" dirty="0" err="1">
                  <a:solidFill>
                    <a:schemeClr val="tx1"/>
                  </a:solidFill>
                </a:rPr>
                <a:t>MediaPipe</a:t>
              </a:r>
              <a:r>
                <a:rPr lang="en-IN" sz="1400" dirty="0">
                  <a:solidFill>
                    <a:schemeClr val="tx1"/>
                  </a:solidFill>
                </a:rPr>
                <a:t>)</a:t>
              </a:r>
            </a:p>
          </p:txBody>
        </p:sp>
        <p:cxnSp>
          <p:nvCxnSpPr>
            <p:cNvPr id="17" name="Straight Arrow Connector 16">
              <a:extLst>
                <a:ext uri="{FF2B5EF4-FFF2-40B4-BE49-F238E27FC236}">
                  <a16:creationId xmlns:a16="http://schemas.microsoft.com/office/drawing/2014/main" id="{395116E9-1BD9-7C3D-2228-44994CAE3455}"/>
                </a:ext>
              </a:extLst>
            </p:cNvPr>
            <p:cNvCxnSpPr>
              <a:cxnSpLocks/>
            </p:cNvCxnSpPr>
            <p:nvPr/>
          </p:nvCxnSpPr>
          <p:spPr>
            <a:xfrm>
              <a:off x="5235746" y="2447983"/>
              <a:ext cx="45933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699410-0103-5BCD-34AE-DEAD89A2F4E2}"/>
                </a:ext>
              </a:extLst>
            </p:cNvPr>
            <p:cNvCxnSpPr>
              <a:cxnSpLocks/>
              <a:endCxn id="22" idx="0"/>
            </p:cNvCxnSpPr>
            <p:nvPr/>
          </p:nvCxnSpPr>
          <p:spPr>
            <a:xfrm>
              <a:off x="6522270" y="2714624"/>
              <a:ext cx="14307" cy="5416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42C37A0-1473-5B1B-2134-A2246BE6AD7F}"/>
                </a:ext>
              </a:extLst>
            </p:cNvPr>
            <p:cNvSpPr/>
            <p:nvPr/>
          </p:nvSpPr>
          <p:spPr>
            <a:xfrm>
              <a:off x="5695083" y="2171789"/>
              <a:ext cx="2391642" cy="54283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Gesture </a:t>
              </a:r>
              <a:r>
                <a:rPr lang="en-IN" dirty="0" err="1">
                  <a:solidFill>
                    <a:schemeClr val="tx1"/>
                  </a:solidFill>
                </a:rPr>
                <a:t>Recognization</a:t>
              </a:r>
              <a:endParaRPr lang="en-IN" dirty="0">
                <a:solidFill>
                  <a:schemeClr val="tx1"/>
                </a:solidFill>
              </a:endParaRPr>
            </a:p>
          </p:txBody>
        </p:sp>
        <p:sp>
          <p:nvSpPr>
            <p:cNvPr id="20" name="Rectangle 19">
              <a:extLst>
                <a:ext uri="{FF2B5EF4-FFF2-40B4-BE49-F238E27FC236}">
                  <a16:creationId xmlns:a16="http://schemas.microsoft.com/office/drawing/2014/main" id="{4AE5A56B-8933-2BA9-9EB5-915E8D29A8B7}"/>
                </a:ext>
              </a:extLst>
            </p:cNvPr>
            <p:cNvSpPr/>
            <p:nvPr/>
          </p:nvSpPr>
          <p:spPr>
            <a:xfrm>
              <a:off x="8381295" y="3280259"/>
              <a:ext cx="2658180" cy="54283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Gesture-Based Command</a:t>
              </a:r>
            </a:p>
          </p:txBody>
        </p:sp>
        <p:cxnSp>
          <p:nvCxnSpPr>
            <p:cNvPr id="21" name="Straight Arrow Connector 20">
              <a:extLst>
                <a:ext uri="{FF2B5EF4-FFF2-40B4-BE49-F238E27FC236}">
                  <a16:creationId xmlns:a16="http://schemas.microsoft.com/office/drawing/2014/main" id="{9FD4F5C6-F8B2-1CA4-F25D-259C33F329DB}"/>
                </a:ext>
              </a:extLst>
            </p:cNvPr>
            <p:cNvCxnSpPr>
              <a:cxnSpLocks/>
              <a:stCxn id="22" idx="3"/>
            </p:cNvCxnSpPr>
            <p:nvPr/>
          </p:nvCxnSpPr>
          <p:spPr>
            <a:xfrm flipV="1">
              <a:off x="7486281" y="3575184"/>
              <a:ext cx="871887"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Diamond 21">
              <a:extLst>
                <a:ext uri="{FF2B5EF4-FFF2-40B4-BE49-F238E27FC236}">
                  <a16:creationId xmlns:a16="http://schemas.microsoft.com/office/drawing/2014/main" id="{19B6492D-4C49-276B-7C48-6CF2BF4A3C4A}"/>
                </a:ext>
              </a:extLst>
            </p:cNvPr>
            <p:cNvSpPr/>
            <p:nvPr/>
          </p:nvSpPr>
          <p:spPr>
            <a:xfrm>
              <a:off x="5586873" y="3256312"/>
              <a:ext cx="1899408" cy="637746"/>
            </a:xfrm>
            <a:prstGeom prst="diamond">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2">
                      <a:lumMod val="10000"/>
                    </a:schemeClr>
                  </a:solidFill>
                </a:rPr>
                <a:t>Gesture</a:t>
              </a:r>
              <a:r>
                <a:rPr lang="en-IN" dirty="0"/>
                <a:t> </a:t>
              </a:r>
            </a:p>
          </p:txBody>
        </p:sp>
        <p:sp>
          <p:nvSpPr>
            <p:cNvPr id="27" name="TextBox 26">
              <a:extLst>
                <a:ext uri="{FF2B5EF4-FFF2-40B4-BE49-F238E27FC236}">
                  <a16:creationId xmlns:a16="http://schemas.microsoft.com/office/drawing/2014/main" id="{8DEB437B-C7D0-E9AF-2CD4-D6FABFB4BC3B}"/>
                </a:ext>
              </a:extLst>
            </p:cNvPr>
            <p:cNvSpPr txBox="1"/>
            <p:nvPr/>
          </p:nvSpPr>
          <p:spPr>
            <a:xfrm>
              <a:off x="7431591" y="3119674"/>
              <a:ext cx="657221" cy="369332"/>
            </a:xfrm>
            <a:prstGeom prst="rect">
              <a:avLst/>
            </a:prstGeom>
            <a:noFill/>
          </p:spPr>
          <p:txBody>
            <a:bodyPr wrap="square" rtlCol="0">
              <a:spAutoFit/>
            </a:bodyPr>
            <a:lstStyle/>
            <a:p>
              <a:r>
                <a:rPr lang="en-IN" dirty="0"/>
                <a:t>valid</a:t>
              </a:r>
            </a:p>
          </p:txBody>
        </p:sp>
        <p:cxnSp>
          <p:nvCxnSpPr>
            <p:cNvPr id="36" name="Straight Arrow Connector 35">
              <a:extLst>
                <a:ext uri="{FF2B5EF4-FFF2-40B4-BE49-F238E27FC236}">
                  <a16:creationId xmlns:a16="http://schemas.microsoft.com/office/drawing/2014/main" id="{3CCD3A30-7F9D-3DE9-4AD7-2BD4B370649F}"/>
                </a:ext>
              </a:extLst>
            </p:cNvPr>
            <p:cNvCxnSpPr>
              <a:cxnSpLocks/>
            </p:cNvCxnSpPr>
            <p:nvPr/>
          </p:nvCxnSpPr>
          <p:spPr>
            <a:xfrm flipH="1">
              <a:off x="4714986" y="3575184"/>
              <a:ext cx="86524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0140D68-0832-9D33-2AAC-0D54F4902CFC}"/>
                </a:ext>
              </a:extLst>
            </p:cNvPr>
            <p:cNvSpPr/>
            <p:nvPr/>
          </p:nvSpPr>
          <p:spPr>
            <a:xfrm>
              <a:off x="2956915" y="3355581"/>
              <a:ext cx="1758071" cy="45623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Gesture State=0</a:t>
              </a:r>
            </a:p>
          </p:txBody>
        </p:sp>
        <p:sp>
          <p:nvSpPr>
            <p:cNvPr id="44" name="TextBox 43">
              <a:extLst>
                <a:ext uri="{FF2B5EF4-FFF2-40B4-BE49-F238E27FC236}">
                  <a16:creationId xmlns:a16="http://schemas.microsoft.com/office/drawing/2014/main" id="{27A2D21F-0CF0-C4FD-5992-19161A620ACA}"/>
                </a:ext>
              </a:extLst>
            </p:cNvPr>
            <p:cNvSpPr txBox="1"/>
            <p:nvPr/>
          </p:nvSpPr>
          <p:spPr>
            <a:xfrm>
              <a:off x="4768669" y="3083112"/>
              <a:ext cx="929127" cy="369332"/>
            </a:xfrm>
            <a:prstGeom prst="rect">
              <a:avLst/>
            </a:prstGeom>
            <a:noFill/>
          </p:spPr>
          <p:txBody>
            <a:bodyPr wrap="square" rtlCol="0">
              <a:spAutoFit/>
            </a:bodyPr>
            <a:lstStyle/>
            <a:p>
              <a:r>
                <a:rPr lang="en-IN" dirty="0"/>
                <a:t>Invalid</a:t>
              </a:r>
            </a:p>
          </p:txBody>
        </p:sp>
        <p:cxnSp>
          <p:nvCxnSpPr>
            <p:cNvPr id="49" name="Straight Arrow Connector 48">
              <a:extLst>
                <a:ext uri="{FF2B5EF4-FFF2-40B4-BE49-F238E27FC236}">
                  <a16:creationId xmlns:a16="http://schemas.microsoft.com/office/drawing/2014/main" id="{617829DD-61F0-F00D-4185-537B330DA178}"/>
                </a:ext>
              </a:extLst>
            </p:cNvPr>
            <p:cNvCxnSpPr>
              <a:cxnSpLocks/>
            </p:cNvCxnSpPr>
            <p:nvPr/>
          </p:nvCxnSpPr>
          <p:spPr>
            <a:xfrm>
              <a:off x="9678310" y="3818919"/>
              <a:ext cx="0" cy="3582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DF755F5-E833-8D90-DAE7-C82E7DBBD4CA}"/>
                </a:ext>
              </a:extLst>
            </p:cNvPr>
            <p:cNvCxnSpPr>
              <a:cxnSpLocks/>
            </p:cNvCxnSpPr>
            <p:nvPr/>
          </p:nvCxnSpPr>
          <p:spPr>
            <a:xfrm>
              <a:off x="9678310" y="4719993"/>
              <a:ext cx="0" cy="3582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56E16B5-EDF5-E7E5-2FC9-2A005EE3C5AE}"/>
                </a:ext>
              </a:extLst>
            </p:cNvPr>
            <p:cNvSpPr/>
            <p:nvPr/>
          </p:nvSpPr>
          <p:spPr>
            <a:xfrm>
              <a:off x="8678188" y="4177158"/>
              <a:ext cx="1997215" cy="54283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Action Execution</a:t>
              </a:r>
            </a:p>
            <a:p>
              <a:pPr algn="ctr"/>
              <a:r>
                <a:rPr lang="en-IN" sz="1400" dirty="0">
                  <a:solidFill>
                    <a:schemeClr val="tx1"/>
                  </a:solidFill>
                </a:rPr>
                <a:t>(</a:t>
              </a:r>
              <a:r>
                <a:rPr lang="en-IN" sz="1400" dirty="0" err="1">
                  <a:solidFill>
                    <a:schemeClr val="tx1"/>
                  </a:solidFill>
                </a:rPr>
                <a:t>PyAutoGUI</a:t>
              </a:r>
              <a:r>
                <a:rPr lang="en-IN" sz="1400" dirty="0">
                  <a:solidFill>
                    <a:schemeClr val="tx1"/>
                  </a:solidFill>
                </a:rPr>
                <a:t>, </a:t>
              </a:r>
              <a:r>
                <a:rPr lang="en-IN" sz="1400" dirty="0" err="1">
                  <a:solidFill>
                    <a:schemeClr val="tx1"/>
                  </a:solidFill>
                </a:rPr>
                <a:t>Pyperclip</a:t>
              </a:r>
              <a:r>
                <a:rPr lang="en-IN" sz="1400" dirty="0">
                  <a:solidFill>
                    <a:schemeClr val="tx1"/>
                  </a:solidFill>
                </a:rPr>
                <a:t>)</a:t>
              </a:r>
            </a:p>
          </p:txBody>
        </p:sp>
        <p:sp>
          <p:nvSpPr>
            <p:cNvPr id="56" name="Rectangle 55">
              <a:extLst>
                <a:ext uri="{FF2B5EF4-FFF2-40B4-BE49-F238E27FC236}">
                  <a16:creationId xmlns:a16="http://schemas.microsoft.com/office/drawing/2014/main" id="{864AF683-36EC-54AB-4C62-F96BE26C18F5}"/>
                </a:ext>
              </a:extLst>
            </p:cNvPr>
            <p:cNvSpPr/>
            <p:nvPr/>
          </p:nvSpPr>
          <p:spPr>
            <a:xfrm>
              <a:off x="8867820" y="5074057"/>
              <a:ext cx="1620980" cy="5428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Visualization</a:t>
              </a:r>
            </a:p>
          </p:txBody>
        </p:sp>
        <p:sp>
          <p:nvSpPr>
            <p:cNvPr id="60" name="TextBox 59">
              <a:extLst>
                <a:ext uri="{FF2B5EF4-FFF2-40B4-BE49-F238E27FC236}">
                  <a16:creationId xmlns:a16="http://schemas.microsoft.com/office/drawing/2014/main" id="{1C1E6539-9D97-DC04-253C-955C423CF8F0}"/>
                </a:ext>
              </a:extLst>
            </p:cNvPr>
            <p:cNvSpPr txBox="1"/>
            <p:nvPr/>
          </p:nvSpPr>
          <p:spPr>
            <a:xfrm>
              <a:off x="981074" y="1652916"/>
              <a:ext cx="704850" cy="369332"/>
            </a:xfrm>
            <a:prstGeom prst="rect">
              <a:avLst/>
            </a:prstGeom>
            <a:noFill/>
          </p:spPr>
          <p:txBody>
            <a:bodyPr wrap="square" rtlCol="0">
              <a:spAutoFit/>
            </a:bodyPr>
            <a:lstStyle/>
            <a:p>
              <a:r>
                <a:rPr lang="en-IN" dirty="0"/>
                <a:t>Input</a:t>
              </a:r>
            </a:p>
          </p:txBody>
        </p:sp>
        <p:sp>
          <p:nvSpPr>
            <p:cNvPr id="64" name="TextBox 63">
              <a:extLst>
                <a:ext uri="{FF2B5EF4-FFF2-40B4-BE49-F238E27FC236}">
                  <a16:creationId xmlns:a16="http://schemas.microsoft.com/office/drawing/2014/main" id="{FEC7AB3F-0B60-488C-307B-002C2C3A9725}"/>
                </a:ext>
              </a:extLst>
            </p:cNvPr>
            <p:cNvSpPr txBox="1"/>
            <p:nvPr/>
          </p:nvSpPr>
          <p:spPr>
            <a:xfrm>
              <a:off x="9240160" y="5736887"/>
              <a:ext cx="876300" cy="369332"/>
            </a:xfrm>
            <a:prstGeom prst="rect">
              <a:avLst/>
            </a:prstGeom>
            <a:noFill/>
          </p:spPr>
          <p:txBody>
            <a:bodyPr wrap="square" rtlCol="0">
              <a:spAutoFit/>
            </a:bodyPr>
            <a:lstStyle/>
            <a:p>
              <a:r>
                <a:rPr lang="en-IN" dirty="0"/>
                <a:t>Output</a:t>
              </a:r>
            </a:p>
          </p:txBody>
        </p:sp>
      </p:grpSp>
    </p:spTree>
    <p:extLst>
      <p:ext uri="{BB962C8B-B14F-4D97-AF65-F5344CB8AC3E}">
        <p14:creationId xmlns:p14="http://schemas.microsoft.com/office/powerpoint/2010/main" val="2628759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8" descr="Full view">
            <a:extLst>
              <a:ext uri="{FF2B5EF4-FFF2-40B4-BE49-F238E27FC236}">
                <a16:creationId xmlns:a16="http://schemas.microsoft.com/office/drawing/2014/main" id="{B92FED47-9954-AF01-3848-F42D3D1DE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2" y="-106878"/>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901461E-4CCC-DA57-9385-17ACE92E0E6D}"/>
              </a:ext>
            </a:extLst>
          </p:cNvPr>
          <p:cNvSpPr txBox="1"/>
          <p:nvPr/>
        </p:nvSpPr>
        <p:spPr>
          <a:xfrm>
            <a:off x="678677" y="651159"/>
            <a:ext cx="295305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USE-CASE DIAGRAM :</a:t>
            </a:r>
            <a:endParaRPr lang="en-IN" sz="2000" b="1"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D4ED4AED-C6D6-E715-9562-595EA52BD3A3}"/>
              </a:ext>
            </a:extLst>
          </p:cNvPr>
          <p:cNvGrpSpPr/>
          <p:nvPr/>
        </p:nvGrpSpPr>
        <p:grpSpPr>
          <a:xfrm>
            <a:off x="1713828" y="764814"/>
            <a:ext cx="8275811" cy="5662060"/>
            <a:chOff x="1683873" y="746622"/>
            <a:chExt cx="8275811" cy="5662060"/>
          </a:xfrm>
        </p:grpSpPr>
        <p:sp>
          <p:nvSpPr>
            <p:cNvPr id="13" name="Oval 12">
              <a:extLst>
                <a:ext uri="{FF2B5EF4-FFF2-40B4-BE49-F238E27FC236}">
                  <a16:creationId xmlns:a16="http://schemas.microsoft.com/office/drawing/2014/main" id="{BB4CA6EE-13FA-2CCF-AC29-122F88942DF2}"/>
                </a:ext>
              </a:extLst>
            </p:cNvPr>
            <p:cNvSpPr/>
            <p:nvPr/>
          </p:nvSpPr>
          <p:spPr>
            <a:xfrm>
              <a:off x="5021451" y="746622"/>
              <a:ext cx="2508352" cy="51462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Capture Gesture</a:t>
              </a:r>
              <a:endParaRPr lang="en-IN" dirty="0"/>
            </a:p>
          </p:txBody>
        </p:sp>
        <p:sp>
          <p:nvSpPr>
            <p:cNvPr id="14" name="Oval 13">
              <a:extLst>
                <a:ext uri="{FF2B5EF4-FFF2-40B4-BE49-F238E27FC236}">
                  <a16:creationId xmlns:a16="http://schemas.microsoft.com/office/drawing/2014/main" id="{46BD91E9-1DB9-9A73-9A85-785A51F675F0}"/>
                </a:ext>
              </a:extLst>
            </p:cNvPr>
            <p:cNvSpPr/>
            <p:nvPr/>
          </p:nvSpPr>
          <p:spPr>
            <a:xfrm>
              <a:off x="5049929" y="3936277"/>
              <a:ext cx="2280536"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Scroll </a:t>
              </a:r>
              <a:endParaRPr lang="en-IN" dirty="0"/>
            </a:p>
          </p:txBody>
        </p:sp>
        <p:sp>
          <p:nvSpPr>
            <p:cNvPr id="15" name="Oval 14">
              <a:extLst>
                <a:ext uri="{FF2B5EF4-FFF2-40B4-BE49-F238E27FC236}">
                  <a16:creationId xmlns:a16="http://schemas.microsoft.com/office/drawing/2014/main" id="{DB2F3DCE-FA12-0445-2C87-2089A8096E70}"/>
                </a:ext>
              </a:extLst>
            </p:cNvPr>
            <p:cNvSpPr/>
            <p:nvPr/>
          </p:nvSpPr>
          <p:spPr>
            <a:xfrm>
              <a:off x="4962340" y="1384553"/>
              <a:ext cx="2508352"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Detect Gesture</a:t>
              </a:r>
              <a:endParaRPr lang="en-IN" dirty="0"/>
            </a:p>
          </p:txBody>
        </p:sp>
        <p:sp>
          <p:nvSpPr>
            <p:cNvPr id="16" name="Oval 15">
              <a:extLst>
                <a:ext uri="{FF2B5EF4-FFF2-40B4-BE49-F238E27FC236}">
                  <a16:creationId xmlns:a16="http://schemas.microsoft.com/office/drawing/2014/main" id="{EE99A621-D077-F179-5939-996CC87B5848}"/>
                </a:ext>
              </a:extLst>
            </p:cNvPr>
            <p:cNvSpPr/>
            <p:nvPr/>
          </p:nvSpPr>
          <p:spPr>
            <a:xfrm>
              <a:off x="5049929" y="5212139"/>
              <a:ext cx="2074358"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Transfer data</a:t>
              </a:r>
              <a:endParaRPr lang="en-IN" dirty="0"/>
            </a:p>
          </p:txBody>
        </p:sp>
        <p:sp>
          <p:nvSpPr>
            <p:cNvPr id="17" name="Oval 16">
              <a:extLst>
                <a:ext uri="{FF2B5EF4-FFF2-40B4-BE49-F238E27FC236}">
                  <a16:creationId xmlns:a16="http://schemas.microsoft.com/office/drawing/2014/main" id="{6930540B-1E34-E56C-420A-3EF18BF2F8E0}"/>
                </a:ext>
              </a:extLst>
            </p:cNvPr>
            <p:cNvSpPr/>
            <p:nvPr/>
          </p:nvSpPr>
          <p:spPr>
            <a:xfrm>
              <a:off x="5005485" y="3298346"/>
              <a:ext cx="2335849"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Paste</a:t>
              </a:r>
              <a:endParaRPr lang="en-IN" dirty="0"/>
            </a:p>
          </p:txBody>
        </p:sp>
        <p:sp>
          <p:nvSpPr>
            <p:cNvPr id="18" name="Oval 17">
              <a:extLst>
                <a:ext uri="{FF2B5EF4-FFF2-40B4-BE49-F238E27FC236}">
                  <a16:creationId xmlns:a16="http://schemas.microsoft.com/office/drawing/2014/main" id="{19508CDF-A972-CF48-4AB1-3EC9ADC4378F}"/>
                </a:ext>
              </a:extLst>
            </p:cNvPr>
            <p:cNvSpPr/>
            <p:nvPr/>
          </p:nvSpPr>
          <p:spPr>
            <a:xfrm>
              <a:off x="5049928" y="2661137"/>
              <a:ext cx="2262927" cy="562487"/>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Copy data</a:t>
              </a:r>
              <a:endParaRPr lang="en-IN" dirty="0"/>
            </a:p>
          </p:txBody>
        </p:sp>
        <p:sp>
          <p:nvSpPr>
            <p:cNvPr id="19" name="Oval 18">
              <a:extLst>
                <a:ext uri="{FF2B5EF4-FFF2-40B4-BE49-F238E27FC236}">
                  <a16:creationId xmlns:a16="http://schemas.microsoft.com/office/drawing/2014/main" id="{BEFB9BD4-68A9-E3C1-2B52-DCED40B4259B}"/>
                </a:ext>
              </a:extLst>
            </p:cNvPr>
            <p:cNvSpPr/>
            <p:nvPr/>
          </p:nvSpPr>
          <p:spPr>
            <a:xfrm>
              <a:off x="5051676" y="2038088"/>
              <a:ext cx="2321591" cy="499018"/>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Screenshot </a:t>
              </a:r>
              <a:endParaRPr lang="en-IN" dirty="0"/>
            </a:p>
          </p:txBody>
        </p:sp>
        <p:sp>
          <p:nvSpPr>
            <p:cNvPr id="20" name="Oval 19">
              <a:extLst>
                <a:ext uri="{FF2B5EF4-FFF2-40B4-BE49-F238E27FC236}">
                  <a16:creationId xmlns:a16="http://schemas.microsoft.com/office/drawing/2014/main" id="{6DE41DF8-B64E-5B10-4FA1-9AD3FD46A2DE}"/>
                </a:ext>
              </a:extLst>
            </p:cNvPr>
            <p:cNvSpPr/>
            <p:nvPr/>
          </p:nvSpPr>
          <p:spPr>
            <a:xfrm>
              <a:off x="5067715" y="5850070"/>
              <a:ext cx="2074358"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Exit </a:t>
              </a:r>
              <a:endParaRPr lang="en-IN" dirty="0"/>
            </a:p>
          </p:txBody>
        </p:sp>
        <p:sp>
          <p:nvSpPr>
            <p:cNvPr id="21" name="Oval 20">
              <a:extLst>
                <a:ext uri="{FF2B5EF4-FFF2-40B4-BE49-F238E27FC236}">
                  <a16:creationId xmlns:a16="http://schemas.microsoft.com/office/drawing/2014/main" id="{C816B6E6-AFDB-3F47-0843-76E55E45857E}"/>
                </a:ext>
              </a:extLst>
            </p:cNvPr>
            <p:cNvSpPr/>
            <p:nvPr/>
          </p:nvSpPr>
          <p:spPr>
            <a:xfrm>
              <a:off x="5049929" y="4574208"/>
              <a:ext cx="2074358" cy="558612"/>
            </a:xfrm>
            <a:prstGeom prst="ellipse">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Switching tabs</a:t>
              </a:r>
              <a:endParaRPr lang="en-IN" dirty="0"/>
            </a:p>
          </p:txBody>
        </p:sp>
        <p:cxnSp>
          <p:nvCxnSpPr>
            <p:cNvPr id="23" name="Straight Arrow Connector 22">
              <a:extLst>
                <a:ext uri="{FF2B5EF4-FFF2-40B4-BE49-F238E27FC236}">
                  <a16:creationId xmlns:a16="http://schemas.microsoft.com/office/drawing/2014/main" id="{9AD3CE7D-2544-2C1F-5382-8ECE9BCBCC39}"/>
                </a:ext>
              </a:extLst>
            </p:cNvPr>
            <p:cNvCxnSpPr>
              <a:cxnSpLocks/>
              <a:endCxn id="13" idx="2"/>
            </p:cNvCxnSpPr>
            <p:nvPr/>
          </p:nvCxnSpPr>
          <p:spPr>
            <a:xfrm flipV="1">
              <a:off x="2291407" y="1003933"/>
              <a:ext cx="2730044" cy="235222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E9D3DCB6-DF7D-EC51-6769-32D95D6B2D34}"/>
                </a:ext>
              </a:extLst>
            </p:cNvPr>
            <p:cNvCxnSpPr>
              <a:cxnSpLocks/>
            </p:cNvCxnSpPr>
            <p:nvPr/>
          </p:nvCxnSpPr>
          <p:spPr>
            <a:xfrm flipH="1" flipV="1">
              <a:off x="7440486" y="1750191"/>
              <a:ext cx="1697312" cy="147125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4EFB7852-D16A-127A-0205-2B0C39D27F5E}"/>
                </a:ext>
              </a:extLst>
            </p:cNvPr>
            <p:cNvCxnSpPr>
              <a:cxnSpLocks/>
              <a:endCxn id="19" idx="2"/>
            </p:cNvCxnSpPr>
            <p:nvPr/>
          </p:nvCxnSpPr>
          <p:spPr>
            <a:xfrm flipV="1">
              <a:off x="2321633" y="2287597"/>
              <a:ext cx="2730043" cy="104164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BC5AC69-D6A0-D761-C3A5-6C884575E11F}"/>
                </a:ext>
              </a:extLst>
            </p:cNvPr>
            <p:cNvCxnSpPr>
              <a:cxnSpLocks/>
            </p:cNvCxnSpPr>
            <p:nvPr/>
          </p:nvCxnSpPr>
          <p:spPr>
            <a:xfrm>
              <a:off x="2252986" y="3357519"/>
              <a:ext cx="2757489" cy="2034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5CC47A5-98AB-39AC-0BEC-71B84DC5490A}"/>
                </a:ext>
              </a:extLst>
            </p:cNvPr>
            <p:cNvCxnSpPr>
              <a:cxnSpLocks/>
              <a:endCxn id="18" idx="2"/>
            </p:cNvCxnSpPr>
            <p:nvPr/>
          </p:nvCxnSpPr>
          <p:spPr>
            <a:xfrm flipV="1">
              <a:off x="2268595" y="2942381"/>
              <a:ext cx="2781333" cy="41513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C2E801A3-5A13-9722-714F-F9C85E9507CE}"/>
                </a:ext>
              </a:extLst>
            </p:cNvPr>
            <p:cNvCxnSpPr>
              <a:cxnSpLocks/>
              <a:endCxn id="21" idx="2"/>
            </p:cNvCxnSpPr>
            <p:nvPr/>
          </p:nvCxnSpPr>
          <p:spPr>
            <a:xfrm>
              <a:off x="2301350" y="3385800"/>
              <a:ext cx="2748579" cy="146771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E17F445F-60D0-9990-8132-271C45083ECD}"/>
                </a:ext>
              </a:extLst>
            </p:cNvPr>
            <p:cNvCxnSpPr>
              <a:cxnSpLocks/>
              <a:endCxn id="16" idx="6"/>
            </p:cNvCxnSpPr>
            <p:nvPr/>
          </p:nvCxnSpPr>
          <p:spPr>
            <a:xfrm flipH="1">
              <a:off x="7124287" y="3223624"/>
              <a:ext cx="2025218" cy="22678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C570F195-0D3E-EFB6-762B-1685A1231710}"/>
                </a:ext>
              </a:extLst>
            </p:cNvPr>
            <p:cNvCxnSpPr>
              <a:cxnSpLocks/>
              <a:endCxn id="20" idx="2"/>
            </p:cNvCxnSpPr>
            <p:nvPr/>
          </p:nvCxnSpPr>
          <p:spPr>
            <a:xfrm>
              <a:off x="2262751" y="3357519"/>
              <a:ext cx="2804964" cy="277185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9D5B58C2-1DFC-62EB-DA0A-F3B169B1E1A8}"/>
                </a:ext>
              </a:extLst>
            </p:cNvPr>
            <p:cNvCxnSpPr>
              <a:cxnSpLocks/>
              <a:endCxn id="14" idx="2"/>
            </p:cNvCxnSpPr>
            <p:nvPr/>
          </p:nvCxnSpPr>
          <p:spPr>
            <a:xfrm>
              <a:off x="2273504" y="3356153"/>
              <a:ext cx="2776425" cy="85943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25A1DC83-5C8C-376E-C6DB-654A53C224A4}"/>
                </a:ext>
              </a:extLst>
            </p:cNvPr>
            <p:cNvSpPr txBox="1"/>
            <p:nvPr/>
          </p:nvSpPr>
          <p:spPr>
            <a:xfrm>
              <a:off x="1683873" y="4150098"/>
              <a:ext cx="617477" cy="369332"/>
            </a:xfrm>
            <a:prstGeom prst="rect">
              <a:avLst/>
            </a:prstGeom>
            <a:noFill/>
          </p:spPr>
          <p:txBody>
            <a:bodyPr wrap="none" rtlCol="0">
              <a:spAutoFit/>
            </a:bodyPr>
            <a:lstStyle/>
            <a:p>
              <a:r>
                <a:rPr lang="en-US" dirty="0"/>
                <a:t>User</a:t>
              </a:r>
              <a:endParaRPr lang="en-IN" dirty="0"/>
            </a:p>
          </p:txBody>
        </p:sp>
        <p:sp>
          <p:nvSpPr>
            <p:cNvPr id="52" name="TextBox 51">
              <a:extLst>
                <a:ext uri="{FF2B5EF4-FFF2-40B4-BE49-F238E27FC236}">
                  <a16:creationId xmlns:a16="http://schemas.microsoft.com/office/drawing/2014/main" id="{F8168B6A-4CE2-8139-AAD8-AC4D1288ECF6}"/>
                </a:ext>
              </a:extLst>
            </p:cNvPr>
            <p:cNvSpPr txBox="1"/>
            <p:nvPr/>
          </p:nvSpPr>
          <p:spPr>
            <a:xfrm>
              <a:off x="9108554" y="4001496"/>
              <a:ext cx="851130" cy="369332"/>
            </a:xfrm>
            <a:prstGeom prst="rect">
              <a:avLst/>
            </a:prstGeom>
            <a:noFill/>
          </p:spPr>
          <p:txBody>
            <a:bodyPr wrap="none" rtlCol="0">
              <a:spAutoFit/>
            </a:bodyPr>
            <a:lstStyle/>
            <a:p>
              <a:r>
                <a:rPr lang="en-US" dirty="0"/>
                <a:t>System</a:t>
              </a:r>
              <a:endParaRPr lang="en-IN" dirty="0"/>
            </a:p>
          </p:txBody>
        </p:sp>
      </p:grpSp>
      <p:grpSp>
        <p:nvGrpSpPr>
          <p:cNvPr id="47" name="Group 46">
            <a:extLst>
              <a:ext uri="{FF2B5EF4-FFF2-40B4-BE49-F238E27FC236}">
                <a16:creationId xmlns:a16="http://schemas.microsoft.com/office/drawing/2014/main" id="{90E921DD-98C8-858E-C9DC-7890C034D70F}"/>
              </a:ext>
            </a:extLst>
          </p:cNvPr>
          <p:cNvGrpSpPr/>
          <p:nvPr/>
        </p:nvGrpSpPr>
        <p:grpSpPr>
          <a:xfrm>
            <a:off x="9205017" y="2417649"/>
            <a:ext cx="538840" cy="1488300"/>
            <a:chOff x="9331527" y="2576754"/>
            <a:chExt cx="538840" cy="1488300"/>
          </a:xfrm>
        </p:grpSpPr>
        <p:sp>
          <p:nvSpPr>
            <p:cNvPr id="9" name="Oval 8">
              <a:extLst>
                <a:ext uri="{FF2B5EF4-FFF2-40B4-BE49-F238E27FC236}">
                  <a16:creationId xmlns:a16="http://schemas.microsoft.com/office/drawing/2014/main" id="{411DFC85-1848-940D-A98F-7E98ABBAF2A9}"/>
                </a:ext>
              </a:extLst>
            </p:cNvPr>
            <p:cNvSpPr/>
            <p:nvPr/>
          </p:nvSpPr>
          <p:spPr>
            <a:xfrm>
              <a:off x="9331527" y="2576754"/>
              <a:ext cx="538840" cy="496582"/>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29D42F40-E79D-234F-FC50-D646BC96B877}"/>
                </a:ext>
              </a:extLst>
            </p:cNvPr>
            <p:cNvCxnSpPr>
              <a:cxnSpLocks/>
            </p:cNvCxnSpPr>
            <p:nvPr/>
          </p:nvCxnSpPr>
          <p:spPr>
            <a:xfrm>
              <a:off x="9610531" y="3073336"/>
              <a:ext cx="0" cy="712532"/>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792E5A-762B-8A2E-50FA-E39D608BFA01}"/>
                </a:ext>
              </a:extLst>
            </p:cNvPr>
            <p:cNvCxnSpPr>
              <a:cxnSpLocks/>
            </p:cNvCxnSpPr>
            <p:nvPr/>
          </p:nvCxnSpPr>
          <p:spPr>
            <a:xfrm>
              <a:off x="9622007" y="3289347"/>
              <a:ext cx="202171" cy="96453"/>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2053057-1CB6-743C-0F10-353C2087F380}"/>
                </a:ext>
              </a:extLst>
            </p:cNvPr>
            <p:cNvCxnSpPr>
              <a:cxnSpLocks/>
            </p:cNvCxnSpPr>
            <p:nvPr/>
          </p:nvCxnSpPr>
          <p:spPr>
            <a:xfrm flipH="1">
              <a:off x="9372736" y="3279749"/>
              <a:ext cx="228211" cy="120677"/>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DC2FC47-D4D2-21B9-5ACE-C5F49A72578B}"/>
                </a:ext>
              </a:extLst>
            </p:cNvPr>
            <p:cNvCxnSpPr>
              <a:cxnSpLocks/>
            </p:cNvCxnSpPr>
            <p:nvPr/>
          </p:nvCxnSpPr>
          <p:spPr>
            <a:xfrm>
              <a:off x="9618694" y="3760533"/>
              <a:ext cx="248115" cy="304521"/>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4C6D53-5AC4-2C07-C5D8-DC4960691A49}"/>
                </a:ext>
              </a:extLst>
            </p:cNvPr>
            <p:cNvCxnSpPr>
              <a:cxnSpLocks/>
            </p:cNvCxnSpPr>
            <p:nvPr/>
          </p:nvCxnSpPr>
          <p:spPr>
            <a:xfrm flipH="1">
              <a:off x="9413945" y="3780023"/>
              <a:ext cx="188424" cy="285031"/>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106E3706-0FA3-5AC1-16CC-3444E152B9AE}"/>
              </a:ext>
            </a:extLst>
          </p:cNvPr>
          <p:cNvGrpSpPr/>
          <p:nvPr/>
        </p:nvGrpSpPr>
        <p:grpSpPr>
          <a:xfrm>
            <a:off x="1713828" y="2554196"/>
            <a:ext cx="538840" cy="1488300"/>
            <a:chOff x="9331527" y="2576754"/>
            <a:chExt cx="538840" cy="1488300"/>
          </a:xfrm>
        </p:grpSpPr>
        <p:sp>
          <p:nvSpPr>
            <p:cNvPr id="50" name="Oval 49">
              <a:extLst>
                <a:ext uri="{FF2B5EF4-FFF2-40B4-BE49-F238E27FC236}">
                  <a16:creationId xmlns:a16="http://schemas.microsoft.com/office/drawing/2014/main" id="{164D25CD-165F-D670-331F-863EE2DE5D6C}"/>
                </a:ext>
              </a:extLst>
            </p:cNvPr>
            <p:cNvSpPr/>
            <p:nvPr/>
          </p:nvSpPr>
          <p:spPr>
            <a:xfrm>
              <a:off x="9331527" y="2576754"/>
              <a:ext cx="538840" cy="496582"/>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4" name="Straight Connector 53">
              <a:extLst>
                <a:ext uri="{FF2B5EF4-FFF2-40B4-BE49-F238E27FC236}">
                  <a16:creationId xmlns:a16="http://schemas.microsoft.com/office/drawing/2014/main" id="{E6391885-CCCC-F412-AF81-41FAEA4FA2E1}"/>
                </a:ext>
              </a:extLst>
            </p:cNvPr>
            <p:cNvCxnSpPr>
              <a:cxnSpLocks/>
            </p:cNvCxnSpPr>
            <p:nvPr/>
          </p:nvCxnSpPr>
          <p:spPr>
            <a:xfrm>
              <a:off x="9610531" y="3073336"/>
              <a:ext cx="0" cy="712532"/>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959B0C-29C6-00B7-5CC3-3F2D673B4847}"/>
                </a:ext>
              </a:extLst>
            </p:cNvPr>
            <p:cNvCxnSpPr>
              <a:cxnSpLocks/>
            </p:cNvCxnSpPr>
            <p:nvPr/>
          </p:nvCxnSpPr>
          <p:spPr>
            <a:xfrm>
              <a:off x="9622007" y="3289347"/>
              <a:ext cx="202171" cy="96453"/>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9E44C14-8C27-D55F-401A-29BD554450D3}"/>
                </a:ext>
              </a:extLst>
            </p:cNvPr>
            <p:cNvCxnSpPr>
              <a:cxnSpLocks/>
            </p:cNvCxnSpPr>
            <p:nvPr/>
          </p:nvCxnSpPr>
          <p:spPr>
            <a:xfrm flipH="1">
              <a:off x="9372736" y="3279749"/>
              <a:ext cx="228211" cy="120677"/>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1DAD65A-0A73-1B2A-7065-D02736FF723D}"/>
                </a:ext>
              </a:extLst>
            </p:cNvPr>
            <p:cNvCxnSpPr>
              <a:cxnSpLocks/>
            </p:cNvCxnSpPr>
            <p:nvPr/>
          </p:nvCxnSpPr>
          <p:spPr>
            <a:xfrm>
              <a:off x="9618694" y="3760533"/>
              <a:ext cx="248115" cy="304521"/>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DCCF7B9-2BB4-5181-7799-6940429C107D}"/>
                </a:ext>
              </a:extLst>
            </p:cNvPr>
            <p:cNvCxnSpPr>
              <a:cxnSpLocks/>
            </p:cNvCxnSpPr>
            <p:nvPr/>
          </p:nvCxnSpPr>
          <p:spPr>
            <a:xfrm flipH="1">
              <a:off x="9413945" y="3780023"/>
              <a:ext cx="188424" cy="285031"/>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254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8" descr="Full view">
            <a:extLst>
              <a:ext uri="{FF2B5EF4-FFF2-40B4-BE49-F238E27FC236}">
                <a16:creationId xmlns:a16="http://schemas.microsoft.com/office/drawing/2014/main" id="{F838B971-9EA6-A99D-F63E-43A9D793E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2"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156BC5E-BE62-395D-058A-F3A3C8FAC6A4}"/>
              </a:ext>
            </a:extLst>
          </p:cNvPr>
          <p:cNvSpPr txBox="1"/>
          <p:nvPr/>
        </p:nvSpPr>
        <p:spPr>
          <a:xfrm>
            <a:off x="729705" y="642751"/>
            <a:ext cx="2510624" cy="400110"/>
          </a:xfrm>
          <a:prstGeom prst="rect">
            <a:avLst/>
          </a:prstGeom>
          <a:noFill/>
        </p:spPr>
        <p:txBody>
          <a:bodyPr wrap="none" rtlCol="0">
            <a:spAutoFit/>
          </a:bodyPr>
          <a:lstStyle/>
          <a:p>
            <a:r>
              <a:rPr lang="en-US" sz="2000" b="1" kern="1200" dirty="0">
                <a:solidFill>
                  <a:schemeClr val="tx1"/>
                </a:solidFill>
                <a:latin typeface="Times New Roman" panose="02020603050405020304" pitchFamily="18" charset="0"/>
                <a:cs typeface="Times New Roman" panose="02020603050405020304" pitchFamily="18" charset="0"/>
              </a:rPr>
              <a:t>CLASS DIAGRAM :</a:t>
            </a:r>
          </a:p>
        </p:txBody>
      </p:sp>
      <p:grpSp>
        <p:nvGrpSpPr>
          <p:cNvPr id="63" name="Group 62">
            <a:extLst>
              <a:ext uri="{FF2B5EF4-FFF2-40B4-BE49-F238E27FC236}">
                <a16:creationId xmlns:a16="http://schemas.microsoft.com/office/drawing/2014/main" id="{F0B7B962-513D-7EC4-5C5B-AE3850279781}"/>
              </a:ext>
            </a:extLst>
          </p:cNvPr>
          <p:cNvGrpSpPr/>
          <p:nvPr/>
        </p:nvGrpSpPr>
        <p:grpSpPr>
          <a:xfrm>
            <a:off x="3047314" y="1046038"/>
            <a:ext cx="8795222" cy="5307825"/>
            <a:chOff x="982597" y="647033"/>
            <a:chExt cx="9923099" cy="5799991"/>
          </a:xfrm>
        </p:grpSpPr>
        <p:sp>
          <p:nvSpPr>
            <p:cNvPr id="64" name="Rectangle 63">
              <a:extLst>
                <a:ext uri="{FF2B5EF4-FFF2-40B4-BE49-F238E27FC236}">
                  <a16:creationId xmlns:a16="http://schemas.microsoft.com/office/drawing/2014/main" id="{88FCB059-6C9A-D082-A6E1-11AAA2A88F3F}"/>
                </a:ext>
              </a:extLst>
            </p:cNvPr>
            <p:cNvSpPr/>
            <p:nvPr/>
          </p:nvSpPr>
          <p:spPr>
            <a:xfrm>
              <a:off x="982597" y="1261578"/>
              <a:ext cx="2551814" cy="3598867"/>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latin typeface="Times New Roman" panose="02020603050405020304" pitchFamily="18" charset="0"/>
                  <a:cs typeface="Times New Roman" panose="02020603050405020304" pitchFamily="18" charset="0"/>
                </a:rPr>
                <a:t>Gesture Controller </a:t>
              </a:r>
              <a:r>
                <a:rPr lang="en-US" sz="1400" b="1" dirty="0">
                  <a:latin typeface="Times New Roman" panose="02020603050405020304" pitchFamily="18" charset="0"/>
                  <a:cs typeface="Times New Roman" panose="02020603050405020304" pitchFamily="18" charset="0"/>
                </a:rPr>
                <a:t>(webcam)</a:t>
              </a:r>
              <a:endParaRPr lang="en-US" sz="1600" b="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1132E53A-DE35-D9E7-4FCF-ED32DA8716B1}"/>
                </a:ext>
              </a:extLst>
            </p:cNvPr>
            <p:cNvSpPr txBox="1"/>
            <p:nvPr/>
          </p:nvSpPr>
          <p:spPr>
            <a:xfrm>
              <a:off x="982597" y="1807396"/>
              <a:ext cx="1913861" cy="228694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-capture</a:t>
              </a:r>
            </a:p>
            <a:p>
              <a:r>
                <a:rPr lang="en-US" sz="1600" dirty="0">
                  <a:latin typeface="Times New Roman" panose="02020603050405020304" pitchFamily="18" charset="0"/>
                  <a:cs typeface="Times New Roman" panose="02020603050405020304" pitchFamily="18" charset="0"/>
                </a:rPr>
                <a:t>-hands</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mp_drawing</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prev_gesture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copied_data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action_delay</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last_action_time</a:t>
              </a:r>
              <a:endParaRPr lang="en-US"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B3F1316D-5CF4-16E6-4C0F-DCFCD35F4FCD}"/>
                </a:ext>
              </a:extLst>
            </p:cNvPr>
            <p:cNvSpPr txBox="1"/>
            <p:nvPr/>
          </p:nvSpPr>
          <p:spPr>
            <a:xfrm>
              <a:off x="982597" y="3752448"/>
              <a:ext cx="2082023" cy="1177103"/>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get_fingers_state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identify_gesture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perform_action</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+run()</a:t>
              </a:r>
              <a:endParaRPr lang="en-IN" sz="1600" dirty="0">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5717BCAF-FBE4-1C87-8AF2-6A36C382206D}"/>
                </a:ext>
              </a:extLst>
            </p:cNvPr>
            <p:cNvSpPr/>
            <p:nvPr/>
          </p:nvSpPr>
          <p:spPr>
            <a:xfrm>
              <a:off x="4812989" y="647033"/>
              <a:ext cx="2551814" cy="1460282"/>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Media Pipe Handler</a:t>
              </a: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40DD8C04-2F35-5659-481D-5EF30CD0E903}"/>
                </a:ext>
              </a:extLst>
            </p:cNvPr>
            <p:cNvSpPr txBox="1"/>
            <p:nvPr/>
          </p:nvSpPr>
          <p:spPr>
            <a:xfrm>
              <a:off x="4812989" y="1030097"/>
              <a:ext cx="1458068" cy="638998"/>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mp_hands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mp_drawing</a:t>
              </a:r>
              <a:endParaRPr lang="en-US" sz="1600"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9697E5D4-E9CC-3816-08F9-9891C9E5A79C}"/>
                </a:ext>
              </a:extLst>
            </p:cNvPr>
            <p:cNvSpPr txBox="1"/>
            <p:nvPr/>
          </p:nvSpPr>
          <p:spPr>
            <a:xfrm>
              <a:off x="4812989" y="1691817"/>
              <a:ext cx="1848719" cy="369946"/>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process_frame</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70" name="Rectangle 69">
              <a:extLst>
                <a:ext uri="{FF2B5EF4-FFF2-40B4-BE49-F238E27FC236}">
                  <a16:creationId xmlns:a16="http://schemas.microsoft.com/office/drawing/2014/main" id="{506491CE-8192-4BCC-A90C-97348461D969}"/>
                </a:ext>
              </a:extLst>
            </p:cNvPr>
            <p:cNvSpPr/>
            <p:nvPr/>
          </p:nvSpPr>
          <p:spPr>
            <a:xfrm>
              <a:off x="8294308" y="2960932"/>
              <a:ext cx="2551814" cy="2788934"/>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System Interface</a:t>
              </a: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p:txBody>
        </p:sp>
        <p:sp>
          <p:nvSpPr>
            <p:cNvPr id="71" name="TextBox 70">
              <a:extLst>
                <a:ext uri="{FF2B5EF4-FFF2-40B4-BE49-F238E27FC236}">
                  <a16:creationId xmlns:a16="http://schemas.microsoft.com/office/drawing/2014/main" id="{C008AE4A-C594-BE33-51CE-891AAF73E9E6}"/>
                </a:ext>
              </a:extLst>
            </p:cNvPr>
            <p:cNvSpPr txBox="1"/>
            <p:nvPr/>
          </p:nvSpPr>
          <p:spPr>
            <a:xfrm>
              <a:off x="8315465" y="4376332"/>
              <a:ext cx="2590231" cy="14461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execute_shortcut</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mouse_click</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scroll_screen</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copy_to_clipboard</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paste_from_clipboard</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72" name="Rectangle 71">
              <a:extLst>
                <a:ext uri="{FF2B5EF4-FFF2-40B4-BE49-F238E27FC236}">
                  <a16:creationId xmlns:a16="http://schemas.microsoft.com/office/drawing/2014/main" id="{9591CC88-F397-F870-E716-B59270AC04B5}"/>
                </a:ext>
              </a:extLst>
            </p:cNvPr>
            <p:cNvSpPr/>
            <p:nvPr/>
          </p:nvSpPr>
          <p:spPr>
            <a:xfrm>
              <a:off x="4821379" y="3132631"/>
              <a:ext cx="2298001" cy="3253324"/>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EA14A64B-68D3-FA11-B5C2-E18B1DA1B774}"/>
                </a:ext>
              </a:extLst>
            </p:cNvPr>
            <p:cNvSpPr txBox="1"/>
            <p:nvPr/>
          </p:nvSpPr>
          <p:spPr>
            <a:xfrm>
              <a:off x="4821379" y="3435812"/>
              <a:ext cx="1846910" cy="1177103"/>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gesture_type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gesture_detected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action_state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-timestamp</a:t>
              </a:r>
            </a:p>
          </p:txBody>
        </p:sp>
        <p:sp>
          <p:nvSpPr>
            <p:cNvPr id="74" name="TextBox 73">
              <a:extLst>
                <a:ext uri="{FF2B5EF4-FFF2-40B4-BE49-F238E27FC236}">
                  <a16:creationId xmlns:a16="http://schemas.microsoft.com/office/drawing/2014/main" id="{25303A8B-5A43-F49E-0AB4-29FBF7CC7F0B}"/>
                </a:ext>
              </a:extLst>
            </p:cNvPr>
            <p:cNvSpPr txBox="1"/>
            <p:nvPr/>
          </p:nvSpPr>
          <p:spPr>
            <a:xfrm>
              <a:off x="4901971" y="3073869"/>
              <a:ext cx="1874834" cy="403578"/>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Gesture Action</a:t>
              </a:r>
            </a:p>
          </p:txBody>
        </p:sp>
        <p:cxnSp>
          <p:nvCxnSpPr>
            <p:cNvPr id="75" name="Straight Connector 74">
              <a:extLst>
                <a:ext uri="{FF2B5EF4-FFF2-40B4-BE49-F238E27FC236}">
                  <a16:creationId xmlns:a16="http://schemas.microsoft.com/office/drawing/2014/main" id="{A4EAE7CC-3A1D-BF02-4411-FD0B19FCED92}"/>
                </a:ext>
              </a:extLst>
            </p:cNvPr>
            <p:cNvCxnSpPr>
              <a:cxnSpLocks/>
            </p:cNvCxnSpPr>
            <p:nvPr/>
          </p:nvCxnSpPr>
          <p:spPr>
            <a:xfrm flipV="1">
              <a:off x="3534411" y="3145086"/>
              <a:ext cx="492305" cy="1"/>
            </a:xfrm>
            <a:prstGeom prst="line">
              <a:avLst/>
            </a:prstGeom>
            <a:ln w="28575">
              <a:solidFill>
                <a:schemeClr val="tx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298ECB08-382E-8373-5F17-BEA4FE662E58}"/>
                </a:ext>
              </a:extLst>
            </p:cNvPr>
            <p:cNvCxnSpPr>
              <a:endCxn id="68" idx="1"/>
            </p:cNvCxnSpPr>
            <p:nvPr/>
          </p:nvCxnSpPr>
          <p:spPr>
            <a:xfrm rot="5400000" flipH="1" flipV="1">
              <a:off x="3526302" y="1858402"/>
              <a:ext cx="1795490" cy="777883"/>
            </a:xfrm>
            <a:prstGeom prst="bentConnector2">
              <a:avLst/>
            </a:prstGeom>
            <a:ln w="28575">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B5B9FBF3-66EF-7C95-7BB4-F59E7E8157FE}"/>
                </a:ext>
              </a:extLst>
            </p:cNvPr>
            <p:cNvCxnSpPr>
              <a:cxnSpLocks/>
            </p:cNvCxnSpPr>
            <p:nvPr/>
          </p:nvCxnSpPr>
          <p:spPr>
            <a:xfrm rot="16200000" flipH="1">
              <a:off x="3826805" y="3337313"/>
              <a:ext cx="1187247" cy="777884"/>
            </a:xfrm>
            <a:prstGeom prst="bentConnector2">
              <a:avLst/>
            </a:prstGeom>
            <a:ln w="28575">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BB702B3-C83E-3F7A-AF95-37E812DAE700}"/>
                </a:ext>
              </a:extLst>
            </p:cNvPr>
            <p:cNvCxnSpPr>
              <a:cxnSpLocks/>
            </p:cNvCxnSpPr>
            <p:nvPr/>
          </p:nvCxnSpPr>
          <p:spPr>
            <a:xfrm flipV="1">
              <a:off x="7110990" y="4489004"/>
              <a:ext cx="1183318" cy="1"/>
            </a:xfrm>
            <a:prstGeom prst="straightConnector1">
              <a:avLst/>
            </a:prstGeom>
            <a:ln w="28575">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EE72D1-9A97-67DE-3257-44638D494D5D}"/>
                </a:ext>
              </a:extLst>
            </p:cNvPr>
            <p:cNvCxnSpPr>
              <a:cxnSpLocks/>
            </p:cNvCxnSpPr>
            <p:nvPr/>
          </p:nvCxnSpPr>
          <p:spPr>
            <a:xfrm>
              <a:off x="982597" y="1807396"/>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DDC5471-A3BA-E980-4BA4-184C84E4BEA9}"/>
                </a:ext>
              </a:extLst>
            </p:cNvPr>
            <p:cNvCxnSpPr>
              <a:cxnSpLocks/>
            </p:cNvCxnSpPr>
            <p:nvPr/>
          </p:nvCxnSpPr>
          <p:spPr>
            <a:xfrm>
              <a:off x="982597" y="3802399"/>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F634608-4FA5-D319-E3C2-F58E26FAE507}"/>
                </a:ext>
              </a:extLst>
            </p:cNvPr>
            <p:cNvCxnSpPr>
              <a:cxnSpLocks/>
            </p:cNvCxnSpPr>
            <p:nvPr/>
          </p:nvCxnSpPr>
          <p:spPr>
            <a:xfrm>
              <a:off x="4826987" y="1030097"/>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A35FC01-C6F3-2ACE-6316-71DA3A46D5C4}"/>
                </a:ext>
              </a:extLst>
            </p:cNvPr>
            <p:cNvCxnSpPr>
              <a:cxnSpLocks/>
            </p:cNvCxnSpPr>
            <p:nvPr/>
          </p:nvCxnSpPr>
          <p:spPr>
            <a:xfrm>
              <a:off x="4812989" y="1691816"/>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094BB6F-D33E-FFC1-1C66-3DE28C449592}"/>
                </a:ext>
              </a:extLst>
            </p:cNvPr>
            <p:cNvCxnSpPr>
              <a:cxnSpLocks/>
            </p:cNvCxnSpPr>
            <p:nvPr/>
          </p:nvCxnSpPr>
          <p:spPr>
            <a:xfrm flipV="1">
              <a:off x="4821379" y="3429000"/>
              <a:ext cx="2289611" cy="68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5A9D177-CF3D-9E24-5625-045E0DAD560D}"/>
                </a:ext>
              </a:extLst>
            </p:cNvPr>
            <p:cNvCxnSpPr>
              <a:cxnSpLocks/>
            </p:cNvCxnSpPr>
            <p:nvPr/>
          </p:nvCxnSpPr>
          <p:spPr>
            <a:xfrm>
              <a:off x="8294308" y="3318314"/>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94C3853F-6808-4DFE-817A-FAEF5CD06E7F}"/>
                </a:ext>
              </a:extLst>
            </p:cNvPr>
            <p:cNvSpPr txBox="1"/>
            <p:nvPr/>
          </p:nvSpPr>
          <p:spPr>
            <a:xfrm>
              <a:off x="4821378" y="4462765"/>
              <a:ext cx="2163410" cy="1984259"/>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copy_action</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+paste _action()</a:t>
              </a:r>
            </a:p>
            <a:p>
              <a:r>
                <a:rPr lang="en-US" sz="1600" dirty="0">
                  <a:latin typeface="Times New Roman" panose="02020603050405020304" pitchFamily="18" charset="0"/>
                  <a:cs typeface="Times New Roman" panose="02020603050405020304" pitchFamily="18" charset="0"/>
                </a:rPr>
                <a:t>+select _action()</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zoom_in</a:t>
              </a:r>
              <a:r>
                <a:rPr lang="en-US" sz="1600" dirty="0">
                  <a:latin typeface="Times New Roman" panose="02020603050405020304" pitchFamily="18" charset="0"/>
                  <a:cs typeface="Times New Roman" panose="02020603050405020304" pitchFamily="18" charset="0"/>
                </a:rPr>
                <a:t> _action()</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zoom_out</a:t>
              </a:r>
              <a:r>
                <a:rPr lang="en-US" sz="1600" dirty="0">
                  <a:latin typeface="Times New Roman" panose="02020603050405020304" pitchFamily="18" charset="0"/>
                  <a:cs typeface="Times New Roman" panose="02020603050405020304" pitchFamily="18" charset="0"/>
                </a:rPr>
                <a:t> _action()</a:t>
              </a:r>
            </a:p>
            <a:p>
              <a:r>
                <a:rPr lang="en-US" sz="1600" dirty="0">
                  <a:latin typeface="Times New Roman" panose="02020603050405020304" pitchFamily="18" charset="0"/>
                  <a:cs typeface="Times New Roman" panose="02020603050405020304" pitchFamily="18" charset="0"/>
                </a:rPr>
                <a:t>+scroll _action()</a:t>
              </a:r>
            </a:p>
            <a:p>
              <a:r>
                <a:rPr lang="en-US" sz="1600" dirty="0">
                  <a:latin typeface="Times New Roman" panose="02020603050405020304" pitchFamily="18" charset="0"/>
                  <a:cs typeface="Times New Roman" panose="02020603050405020304" pitchFamily="18" charset="0"/>
                </a:rPr>
                <a:t>+exit _action()</a:t>
              </a:r>
              <a:endParaRPr lang="en-IN" sz="1600" dirty="0">
                <a:latin typeface="Times New Roman" panose="02020603050405020304" pitchFamily="18" charset="0"/>
                <a:cs typeface="Times New Roman" panose="02020603050405020304" pitchFamily="18" charset="0"/>
              </a:endParaRPr>
            </a:p>
          </p:txBody>
        </p:sp>
        <p:cxnSp>
          <p:nvCxnSpPr>
            <p:cNvPr id="86" name="Straight Connector 85">
              <a:extLst>
                <a:ext uri="{FF2B5EF4-FFF2-40B4-BE49-F238E27FC236}">
                  <a16:creationId xmlns:a16="http://schemas.microsoft.com/office/drawing/2014/main" id="{4A7B607A-5FF2-D4DF-5752-657E12E09848}"/>
                </a:ext>
              </a:extLst>
            </p:cNvPr>
            <p:cNvCxnSpPr>
              <a:cxnSpLocks/>
            </p:cNvCxnSpPr>
            <p:nvPr/>
          </p:nvCxnSpPr>
          <p:spPr>
            <a:xfrm flipV="1">
              <a:off x="4836207" y="4521013"/>
              <a:ext cx="2289610" cy="68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5AC3B67A-D91B-81A7-3623-0114C62A0BE6}"/>
                </a:ext>
              </a:extLst>
            </p:cNvPr>
            <p:cNvSpPr txBox="1"/>
            <p:nvPr/>
          </p:nvSpPr>
          <p:spPr>
            <a:xfrm>
              <a:off x="8289537" y="3275659"/>
              <a:ext cx="1924678" cy="1177103"/>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clipboard_data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mouse_position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screen_resolution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system_status</a:t>
              </a:r>
              <a:endParaRPr lang="en-IN" sz="1600" dirty="0">
                <a:latin typeface="Times New Roman" panose="02020603050405020304" pitchFamily="18" charset="0"/>
                <a:cs typeface="Times New Roman" panose="02020603050405020304" pitchFamily="18" charset="0"/>
              </a:endParaRPr>
            </a:p>
          </p:txBody>
        </p:sp>
        <p:cxnSp>
          <p:nvCxnSpPr>
            <p:cNvPr id="88" name="Straight Connector 87">
              <a:extLst>
                <a:ext uri="{FF2B5EF4-FFF2-40B4-BE49-F238E27FC236}">
                  <a16:creationId xmlns:a16="http://schemas.microsoft.com/office/drawing/2014/main" id="{3431C9CC-71B9-AB6F-6188-8E09B74679C8}"/>
                </a:ext>
              </a:extLst>
            </p:cNvPr>
            <p:cNvCxnSpPr>
              <a:cxnSpLocks/>
            </p:cNvCxnSpPr>
            <p:nvPr/>
          </p:nvCxnSpPr>
          <p:spPr>
            <a:xfrm>
              <a:off x="8289538" y="4462765"/>
              <a:ext cx="255181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2EC56FF6-356E-9E3F-EF42-815CE4FDA7B6}"/>
              </a:ext>
            </a:extLst>
          </p:cNvPr>
          <p:cNvGrpSpPr/>
          <p:nvPr/>
        </p:nvGrpSpPr>
        <p:grpSpPr>
          <a:xfrm>
            <a:off x="522753" y="2246141"/>
            <a:ext cx="1901266" cy="2242919"/>
            <a:chOff x="639913" y="2270506"/>
            <a:chExt cx="1901266" cy="2242919"/>
          </a:xfrm>
        </p:grpSpPr>
        <p:sp>
          <p:nvSpPr>
            <p:cNvPr id="90" name="TextBox 89">
              <a:extLst>
                <a:ext uri="{FF2B5EF4-FFF2-40B4-BE49-F238E27FC236}">
                  <a16:creationId xmlns:a16="http://schemas.microsoft.com/office/drawing/2014/main" id="{DB233CF4-471A-A439-5AF3-8014A38E45D1}"/>
                </a:ext>
              </a:extLst>
            </p:cNvPr>
            <p:cNvSpPr txBox="1"/>
            <p:nvPr/>
          </p:nvSpPr>
          <p:spPr>
            <a:xfrm>
              <a:off x="1002423" y="2270506"/>
              <a:ext cx="64633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User</a:t>
              </a:r>
              <a:endParaRPr lang="en-IN" b="1"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334B0484-0062-ED95-7F02-DDB519179D22}"/>
                </a:ext>
              </a:extLst>
            </p:cNvPr>
            <p:cNvSpPr txBox="1"/>
            <p:nvPr/>
          </p:nvSpPr>
          <p:spPr>
            <a:xfrm>
              <a:off x="658557" y="2600588"/>
              <a:ext cx="1605119" cy="830997"/>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presence_status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hand_visibility</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peferred_hand</a:t>
              </a:r>
              <a:endParaRPr lang="en-US" sz="1600" dirty="0">
                <a:latin typeface="Times New Roman" panose="02020603050405020304" pitchFamily="18" charset="0"/>
                <a:cs typeface="Times New Roman" panose="02020603050405020304" pitchFamily="18" charset="0"/>
              </a:endParaRPr>
            </a:p>
          </p:txBody>
        </p:sp>
        <p:sp>
          <p:nvSpPr>
            <p:cNvPr id="92" name="TextBox 91">
              <a:extLst>
                <a:ext uri="{FF2B5EF4-FFF2-40B4-BE49-F238E27FC236}">
                  <a16:creationId xmlns:a16="http://schemas.microsoft.com/office/drawing/2014/main" id="{C91C7431-C630-3B4E-D7C8-41F84F57C2B5}"/>
                </a:ext>
              </a:extLst>
            </p:cNvPr>
            <p:cNvSpPr txBox="1"/>
            <p:nvPr/>
          </p:nvSpPr>
          <p:spPr>
            <a:xfrm>
              <a:off x="639913" y="3423844"/>
              <a:ext cx="1848904" cy="1077218"/>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perform_gesture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view_feedback</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toggle_control</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adjust_delay</a:t>
              </a:r>
              <a:r>
                <a:rPr lang="en-US" sz="1600" dirty="0">
                  <a:latin typeface="Times New Roman" panose="02020603050405020304" pitchFamily="18" charset="0"/>
                  <a:cs typeface="Times New Roman" panose="02020603050405020304" pitchFamily="18" charset="0"/>
                </a:rPr>
                <a:t>(time)</a:t>
              </a:r>
              <a:endParaRPr lang="en-IN" sz="1600" dirty="0">
                <a:latin typeface="Times New Roman" panose="02020603050405020304" pitchFamily="18" charset="0"/>
                <a:cs typeface="Times New Roman" panose="02020603050405020304" pitchFamily="18" charset="0"/>
              </a:endParaRPr>
            </a:p>
          </p:txBody>
        </p:sp>
        <p:sp>
          <p:nvSpPr>
            <p:cNvPr id="93" name="Rectangle 92">
              <a:extLst>
                <a:ext uri="{FF2B5EF4-FFF2-40B4-BE49-F238E27FC236}">
                  <a16:creationId xmlns:a16="http://schemas.microsoft.com/office/drawing/2014/main" id="{DEE7C407-DE3D-3FE6-3108-72993FC78BFA}"/>
                </a:ext>
              </a:extLst>
            </p:cNvPr>
            <p:cNvSpPr/>
            <p:nvPr/>
          </p:nvSpPr>
          <p:spPr>
            <a:xfrm>
              <a:off x="639913" y="2270506"/>
              <a:ext cx="1901266" cy="2242919"/>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94" name="Straight Connector 93">
              <a:extLst>
                <a:ext uri="{FF2B5EF4-FFF2-40B4-BE49-F238E27FC236}">
                  <a16:creationId xmlns:a16="http://schemas.microsoft.com/office/drawing/2014/main" id="{AF6EC4D2-7E7B-35B7-4577-0D9625A76741}"/>
                </a:ext>
              </a:extLst>
            </p:cNvPr>
            <p:cNvCxnSpPr>
              <a:cxnSpLocks/>
            </p:cNvCxnSpPr>
            <p:nvPr/>
          </p:nvCxnSpPr>
          <p:spPr>
            <a:xfrm>
              <a:off x="651121" y="2609060"/>
              <a:ext cx="18900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A70F7CB-D739-87A5-C436-88D0669D9AAB}"/>
                </a:ext>
              </a:extLst>
            </p:cNvPr>
            <p:cNvCxnSpPr>
              <a:cxnSpLocks/>
            </p:cNvCxnSpPr>
            <p:nvPr/>
          </p:nvCxnSpPr>
          <p:spPr>
            <a:xfrm>
              <a:off x="639913" y="3462916"/>
              <a:ext cx="18900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 name="Straight Arrow Connector 95">
            <a:extLst>
              <a:ext uri="{FF2B5EF4-FFF2-40B4-BE49-F238E27FC236}">
                <a16:creationId xmlns:a16="http://schemas.microsoft.com/office/drawing/2014/main" id="{46DAB499-A985-CCFD-2F0F-6AC3ECDB00B8}"/>
              </a:ext>
            </a:extLst>
          </p:cNvPr>
          <p:cNvCxnSpPr>
            <a:cxnSpLocks/>
          </p:cNvCxnSpPr>
          <p:nvPr/>
        </p:nvCxnSpPr>
        <p:spPr>
          <a:xfrm>
            <a:off x="2445149" y="3322364"/>
            <a:ext cx="602165" cy="0"/>
          </a:xfrm>
          <a:prstGeom prst="straightConnector1">
            <a:avLst/>
          </a:prstGeom>
          <a:ln w="28575">
            <a:solidFill>
              <a:schemeClr val="tx1"/>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473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8" descr="Full view">
            <a:extLst>
              <a:ext uri="{FF2B5EF4-FFF2-40B4-BE49-F238E27FC236}">
                <a16:creationId xmlns:a16="http://schemas.microsoft.com/office/drawing/2014/main" id="{E0DC0723-4F96-7186-16A8-529F9342C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4645"/>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91C036-4BF9-4FEF-69C6-2061A13062AC}"/>
              </a:ext>
            </a:extLst>
          </p:cNvPr>
          <p:cNvSpPr txBox="1"/>
          <p:nvPr/>
        </p:nvSpPr>
        <p:spPr>
          <a:xfrm>
            <a:off x="914559" y="766592"/>
            <a:ext cx="295798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ACTIVITY DIAGRAM :</a:t>
            </a:r>
            <a:endParaRPr lang="en-IN" sz="2000" b="1" dirty="0">
              <a:latin typeface="Times New Roman" panose="02020603050405020304" pitchFamily="18" charset="0"/>
              <a:cs typeface="Times New Roman" panose="02020603050405020304" pitchFamily="18" charset="0"/>
            </a:endParaRPr>
          </a:p>
        </p:txBody>
      </p:sp>
      <p:grpSp>
        <p:nvGrpSpPr>
          <p:cNvPr id="99" name="Group 98">
            <a:extLst>
              <a:ext uri="{FF2B5EF4-FFF2-40B4-BE49-F238E27FC236}">
                <a16:creationId xmlns:a16="http://schemas.microsoft.com/office/drawing/2014/main" id="{ACDA4704-B9CD-20DC-3BCE-AF18EC29445F}"/>
              </a:ext>
            </a:extLst>
          </p:cNvPr>
          <p:cNvGrpSpPr/>
          <p:nvPr/>
        </p:nvGrpSpPr>
        <p:grpSpPr>
          <a:xfrm>
            <a:off x="1727197" y="326571"/>
            <a:ext cx="9040330" cy="6298164"/>
            <a:chOff x="2152884" y="309185"/>
            <a:chExt cx="7044890" cy="6363682"/>
          </a:xfrm>
        </p:grpSpPr>
        <p:sp>
          <p:nvSpPr>
            <p:cNvPr id="3" name="Flowchart: Connector 2">
              <a:extLst>
                <a:ext uri="{FF2B5EF4-FFF2-40B4-BE49-F238E27FC236}">
                  <a16:creationId xmlns:a16="http://schemas.microsoft.com/office/drawing/2014/main" id="{773ACE0C-6661-C134-4249-0BFBA9CB3710}"/>
                </a:ext>
              </a:extLst>
            </p:cNvPr>
            <p:cNvSpPr/>
            <p:nvPr/>
          </p:nvSpPr>
          <p:spPr>
            <a:xfrm>
              <a:off x="5150127" y="309185"/>
              <a:ext cx="291075" cy="29900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490B439F-1F1C-43BA-AE2E-43BD1F6DE3D9}"/>
                </a:ext>
              </a:extLst>
            </p:cNvPr>
            <p:cNvSpPr/>
            <p:nvPr/>
          </p:nvSpPr>
          <p:spPr>
            <a:xfrm>
              <a:off x="4977929" y="800230"/>
              <a:ext cx="667935" cy="309533"/>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Start</a:t>
              </a:r>
              <a:endParaRPr lang="en-US" dirty="0"/>
            </a:p>
          </p:txBody>
        </p:sp>
        <p:sp>
          <p:nvSpPr>
            <p:cNvPr id="5" name="Rectangle: Rounded Corners 4">
              <a:extLst>
                <a:ext uri="{FF2B5EF4-FFF2-40B4-BE49-F238E27FC236}">
                  <a16:creationId xmlns:a16="http://schemas.microsoft.com/office/drawing/2014/main" id="{7EDCA8C0-EAB5-1963-24F0-DCDEA2AF07C5}"/>
                </a:ext>
              </a:extLst>
            </p:cNvPr>
            <p:cNvSpPr/>
            <p:nvPr/>
          </p:nvSpPr>
          <p:spPr>
            <a:xfrm>
              <a:off x="4197027" y="1315801"/>
              <a:ext cx="2488350" cy="441583"/>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p>
            <a:p>
              <a:pPr algn="ctr"/>
              <a:r>
                <a:rPr lang="en-US" sz="1600" dirty="0"/>
                <a:t>Capture Hand via Camera</a:t>
              </a:r>
              <a:endParaRPr lang="en-IN" sz="1600" dirty="0"/>
            </a:p>
            <a:p>
              <a:pPr algn="ctr"/>
              <a:endParaRPr lang="en-IN" sz="1600" dirty="0"/>
            </a:p>
          </p:txBody>
        </p:sp>
        <p:sp>
          <p:nvSpPr>
            <p:cNvPr id="6" name="Rectangle: Rounded Corners 5">
              <a:extLst>
                <a:ext uri="{FF2B5EF4-FFF2-40B4-BE49-F238E27FC236}">
                  <a16:creationId xmlns:a16="http://schemas.microsoft.com/office/drawing/2014/main" id="{1187FBAA-0FBE-5C83-A01C-91C3CB3836C7}"/>
                </a:ext>
              </a:extLst>
            </p:cNvPr>
            <p:cNvSpPr/>
            <p:nvPr/>
          </p:nvSpPr>
          <p:spPr>
            <a:xfrm>
              <a:off x="4395320" y="2631495"/>
              <a:ext cx="2003907" cy="441583"/>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Analyze Finger States</a:t>
              </a:r>
              <a:endParaRPr lang="en-IN" sz="1600" dirty="0"/>
            </a:p>
          </p:txBody>
        </p:sp>
        <p:sp>
          <p:nvSpPr>
            <p:cNvPr id="12" name="Rectangle: Rounded Corners 11">
              <a:extLst>
                <a:ext uri="{FF2B5EF4-FFF2-40B4-BE49-F238E27FC236}">
                  <a16:creationId xmlns:a16="http://schemas.microsoft.com/office/drawing/2014/main" id="{0218A617-3DD2-C58C-6A28-7B3115078FE2}"/>
                </a:ext>
              </a:extLst>
            </p:cNvPr>
            <p:cNvSpPr/>
            <p:nvPr/>
          </p:nvSpPr>
          <p:spPr>
            <a:xfrm>
              <a:off x="4405398" y="1988839"/>
              <a:ext cx="1850086" cy="441583"/>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Detect Landmarks</a:t>
              </a:r>
              <a:endParaRPr lang="en-IN" sz="1600" dirty="0"/>
            </a:p>
          </p:txBody>
        </p:sp>
        <p:sp>
          <p:nvSpPr>
            <p:cNvPr id="9" name="Diamond 8">
              <a:extLst>
                <a:ext uri="{FF2B5EF4-FFF2-40B4-BE49-F238E27FC236}">
                  <a16:creationId xmlns:a16="http://schemas.microsoft.com/office/drawing/2014/main" id="{81E4F0FC-3265-7B72-C2C3-A8A871DF31D8}"/>
                </a:ext>
              </a:extLst>
            </p:cNvPr>
            <p:cNvSpPr/>
            <p:nvPr/>
          </p:nvSpPr>
          <p:spPr>
            <a:xfrm>
              <a:off x="4539061" y="3369110"/>
              <a:ext cx="1716424" cy="877096"/>
            </a:xfrm>
            <a:prstGeom prst="diamond">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Identify Gesture</a:t>
              </a:r>
              <a:endParaRPr lang="en-IN" sz="1600" dirty="0"/>
            </a:p>
          </p:txBody>
        </p:sp>
        <p:sp>
          <p:nvSpPr>
            <p:cNvPr id="10" name="Rectangle: Rounded Corners 9">
              <a:extLst>
                <a:ext uri="{FF2B5EF4-FFF2-40B4-BE49-F238E27FC236}">
                  <a16:creationId xmlns:a16="http://schemas.microsoft.com/office/drawing/2014/main" id="{8361C32B-4C49-B13B-249B-FA3955FCD6B4}"/>
                </a:ext>
              </a:extLst>
            </p:cNvPr>
            <p:cNvSpPr/>
            <p:nvPr/>
          </p:nvSpPr>
          <p:spPr>
            <a:xfrm>
              <a:off x="5858220" y="4418579"/>
              <a:ext cx="741854" cy="423061"/>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Paste</a:t>
              </a:r>
              <a:endParaRPr lang="en-IN" sz="1600" dirty="0"/>
            </a:p>
          </p:txBody>
        </p:sp>
        <p:sp>
          <p:nvSpPr>
            <p:cNvPr id="13" name="Rectangle: Rounded Corners 12">
              <a:extLst>
                <a:ext uri="{FF2B5EF4-FFF2-40B4-BE49-F238E27FC236}">
                  <a16:creationId xmlns:a16="http://schemas.microsoft.com/office/drawing/2014/main" id="{4354AD07-93DF-B704-3E04-4AE82FE35218}"/>
                </a:ext>
              </a:extLst>
            </p:cNvPr>
            <p:cNvSpPr/>
            <p:nvPr/>
          </p:nvSpPr>
          <p:spPr>
            <a:xfrm>
              <a:off x="4838836" y="5479110"/>
              <a:ext cx="1225092" cy="423061"/>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Display Results</a:t>
              </a:r>
              <a:endParaRPr lang="en-IN" sz="1600" dirty="0"/>
            </a:p>
          </p:txBody>
        </p:sp>
        <p:sp>
          <p:nvSpPr>
            <p:cNvPr id="14" name="Rectangle: Rounded Corners 13">
              <a:extLst>
                <a:ext uri="{FF2B5EF4-FFF2-40B4-BE49-F238E27FC236}">
                  <a16:creationId xmlns:a16="http://schemas.microsoft.com/office/drawing/2014/main" id="{465E3B2F-77BF-7C0C-96D1-FBD5673714B6}"/>
                </a:ext>
              </a:extLst>
            </p:cNvPr>
            <p:cNvSpPr/>
            <p:nvPr/>
          </p:nvSpPr>
          <p:spPr>
            <a:xfrm>
              <a:off x="2152884" y="4380530"/>
              <a:ext cx="741854" cy="423061"/>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Scroll</a:t>
              </a:r>
              <a:endParaRPr lang="en-IN" sz="1600" dirty="0"/>
            </a:p>
          </p:txBody>
        </p:sp>
        <p:sp>
          <p:nvSpPr>
            <p:cNvPr id="15" name="Rectangle: Rounded Corners 14">
              <a:extLst>
                <a:ext uri="{FF2B5EF4-FFF2-40B4-BE49-F238E27FC236}">
                  <a16:creationId xmlns:a16="http://schemas.microsoft.com/office/drawing/2014/main" id="{E1D494AE-1139-E6A6-4EC6-6B0BDDD39F90}"/>
                </a:ext>
              </a:extLst>
            </p:cNvPr>
            <p:cNvSpPr/>
            <p:nvPr/>
          </p:nvSpPr>
          <p:spPr>
            <a:xfrm>
              <a:off x="4246341" y="4418222"/>
              <a:ext cx="741854" cy="423061"/>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Copy</a:t>
              </a:r>
              <a:endParaRPr lang="en-IN" sz="1600" dirty="0"/>
            </a:p>
          </p:txBody>
        </p:sp>
        <p:sp>
          <p:nvSpPr>
            <p:cNvPr id="16" name="Rectangle: Rounded Corners 15">
              <a:extLst>
                <a:ext uri="{FF2B5EF4-FFF2-40B4-BE49-F238E27FC236}">
                  <a16:creationId xmlns:a16="http://schemas.microsoft.com/office/drawing/2014/main" id="{89E69AFA-0060-5CA7-4372-450AC3470C4E}"/>
                </a:ext>
              </a:extLst>
            </p:cNvPr>
            <p:cNvSpPr/>
            <p:nvPr/>
          </p:nvSpPr>
          <p:spPr>
            <a:xfrm>
              <a:off x="3136287" y="4412150"/>
              <a:ext cx="931564" cy="423061"/>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Screenshot</a:t>
              </a:r>
              <a:endParaRPr lang="en-IN" sz="1600" dirty="0"/>
            </a:p>
          </p:txBody>
        </p:sp>
        <p:sp>
          <p:nvSpPr>
            <p:cNvPr id="17" name="Rectangle: Rounded Corners 16">
              <a:extLst>
                <a:ext uri="{FF2B5EF4-FFF2-40B4-BE49-F238E27FC236}">
                  <a16:creationId xmlns:a16="http://schemas.microsoft.com/office/drawing/2014/main" id="{84F64F09-38F6-7F38-089C-5578CBF9FE9A}"/>
                </a:ext>
              </a:extLst>
            </p:cNvPr>
            <p:cNvSpPr/>
            <p:nvPr/>
          </p:nvSpPr>
          <p:spPr>
            <a:xfrm>
              <a:off x="6778563" y="4388273"/>
              <a:ext cx="1013134" cy="452375"/>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Switching tabs</a:t>
              </a:r>
              <a:endParaRPr lang="en-IN" sz="1600" dirty="0"/>
            </a:p>
          </p:txBody>
        </p:sp>
        <p:sp>
          <p:nvSpPr>
            <p:cNvPr id="18" name="Rectangle: Rounded Corners 17">
              <a:extLst>
                <a:ext uri="{FF2B5EF4-FFF2-40B4-BE49-F238E27FC236}">
                  <a16:creationId xmlns:a16="http://schemas.microsoft.com/office/drawing/2014/main" id="{933DD675-4BC9-D5F7-23BF-257F9A3BCF9D}"/>
                </a:ext>
              </a:extLst>
            </p:cNvPr>
            <p:cNvSpPr/>
            <p:nvPr/>
          </p:nvSpPr>
          <p:spPr>
            <a:xfrm>
              <a:off x="7984109" y="4407220"/>
              <a:ext cx="1213665" cy="452375"/>
            </a:xfrm>
            <a:prstGeom prst="round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Transfer Data</a:t>
              </a:r>
              <a:endParaRPr lang="en-IN" sz="1600" dirty="0"/>
            </a:p>
          </p:txBody>
        </p:sp>
        <p:grpSp>
          <p:nvGrpSpPr>
            <p:cNvPr id="21" name="Group 20">
              <a:extLst>
                <a:ext uri="{FF2B5EF4-FFF2-40B4-BE49-F238E27FC236}">
                  <a16:creationId xmlns:a16="http://schemas.microsoft.com/office/drawing/2014/main" id="{87ACAF0C-37D8-AE46-6C14-EC87DCA83E40}"/>
                </a:ext>
              </a:extLst>
            </p:cNvPr>
            <p:cNvGrpSpPr/>
            <p:nvPr/>
          </p:nvGrpSpPr>
          <p:grpSpPr>
            <a:xfrm>
              <a:off x="5202418" y="6249806"/>
              <a:ext cx="443446" cy="423061"/>
              <a:chOff x="5202418" y="5930288"/>
              <a:chExt cx="467139" cy="441583"/>
            </a:xfrm>
          </p:grpSpPr>
          <p:sp>
            <p:nvSpPr>
              <p:cNvPr id="19" name="Oval 18">
                <a:extLst>
                  <a:ext uri="{FF2B5EF4-FFF2-40B4-BE49-F238E27FC236}">
                    <a16:creationId xmlns:a16="http://schemas.microsoft.com/office/drawing/2014/main" id="{D7ADABB0-7471-F222-07DD-15DD790B835C}"/>
                  </a:ext>
                </a:extLst>
              </p:cNvPr>
              <p:cNvSpPr/>
              <p:nvPr/>
            </p:nvSpPr>
            <p:spPr>
              <a:xfrm>
                <a:off x="5202418" y="5930288"/>
                <a:ext cx="467139" cy="441583"/>
              </a:xfrm>
              <a:prstGeom prst="ellipse">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4A6F4E9F-40A8-C205-13D1-5D9FE77457B3}"/>
                  </a:ext>
                </a:extLst>
              </p:cNvPr>
              <p:cNvSpPr/>
              <p:nvPr/>
            </p:nvSpPr>
            <p:spPr>
              <a:xfrm>
                <a:off x="5311896" y="6027383"/>
                <a:ext cx="245165" cy="24739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cxnSp>
          <p:nvCxnSpPr>
            <p:cNvPr id="23" name="Straight Arrow Connector 22">
              <a:extLst>
                <a:ext uri="{FF2B5EF4-FFF2-40B4-BE49-F238E27FC236}">
                  <a16:creationId xmlns:a16="http://schemas.microsoft.com/office/drawing/2014/main" id="{AC0E9D0A-724F-6E3A-ACBB-E568C7D5BAEB}"/>
                </a:ext>
              </a:extLst>
            </p:cNvPr>
            <p:cNvCxnSpPr>
              <a:cxnSpLocks/>
            </p:cNvCxnSpPr>
            <p:nvPr/>
          </p:nvCxnSpPr>
          <p:spPr>
            <a:xfrm>
              <a:off x="4577188" y="3799916"/>
              <a:ext cx="0" cy="603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9295B4A-4117-6C27-DD30-DF95DA4BE666}"/>
                </a:ext>
              </a:extLst>
            </p:cNvPr>
            <p:cNvCxnSpPr>
              <a:cxnSpLocks/>
            </p:cNvCxnSpPr>
            <p:nvPr/>
          </p:nvCxnSpPr>
          <p:spPr>
            <a:xfrm>
              <a:off x="5295664" y="1118794"/>
              <a:ext cx="0" cy="1970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15E224E-E154-C930-799B-3195994ADDE7}"/>
                </a:ext>
              </a:extLst>
            </p:cNvPr>
            <p:cNvCxnSpPr>
              <a:cxnSpLocks/>
              <a:stCxn id="3" idx="4"/>
            </p:cNvCxnSpPr>
            <p:nvPr/>
          </p:nvCxnSpPr>
          <p:spPr>
            <a:xfrm flipH="1">
              <a:off x="5295664" y="608194"/>
              <a:ext cx="1" cy="1920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41678F-6F56-BE58-61D4-470FC6B6055D}"/>
                </a:ext>
              </a:extLst>
            </p:cNvPr>
            <p:cNvCxnSpPr>
              <a:cxnSpLocks/>
            </p:cNvCxnSpPr>
            <p:nvPr/>
          </p:nvCxnSpPr>
          <p:spPr>
            <a:xfrm>
              <a:off x="5323404" y="1757385"/>
              <a:ext cx="6999" cy="2136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6DA2C4A-EF78-FF2B-732C-C343275A37CE}"/>
                </a:ext>
              </a:extLst>
            </p:cNvPr>
            <p:cNvCxnSpPr>
              <a:cxnSpLocks/>
            </p:cNvCxnSpPr>
            <p:nvPr/>
          </p:nvCxnSpPr>
          <p:spPr>
            <a:xfrm flipH="1">
              <a:off x="3606932" y="3807658"/>
              <a:ext cx="12376" cy="5728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5DDF202-7C73-5B94-B235-373E23A34C62}"/>
                </a:ext>
              </a:extLst>
            </p:cNvPr>
            <p:cNvCxnSpPr>
              <a:cxnSpLocks/>
            </p:cNvCxnSpPr>
            <p:nvPr/>
          </p:nvCxnSpPr>
          <p:spPr>
            <a:xfrm>
              <a:off x="2523811" y="3827483"/>
              <a:ext cx="0" cy="5478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C0FC5C3-3BAD-CD3D-0BD1-9058615A5184}"/>
                </a:ext>
              </a:extLst>
            </p:cNvPr>
            <p:cNvCxnSpPr>
              <a:cxnSpLocks/>
            </p:cNvCxnSpPr>
            <p:nvPr/>
          </p:nvCxnSpPr>
          <p:spPr>
            <a:xfrm>
              <a:off x="5342774" y="2430422"/>
              <a:ext cx="0" cy="20107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11DE568-4E6C-4695-16E6-10E861F2D1E6}"/>
                </a:ext>
              </a:extLst>
            </p:cNvPr>
            <p:cNvCxnSpPr>
              <a:cxnSpLocks/>
              <a:stCxn id="6" idx="2"/>
              <a:endCxn id="9" idx="0"/>
            </p:cNvCxnSpPr>
            <p:nvPr/>
          </p:nvCxnSpPr>
          <p:spPr>
            <a:xfrm>
              <a:off x="5397273" y="3073078"/>
              <a:ext cx="0" cy="2960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5432332D-5AFD-BB74-DC76-85376B8A5EF5}"/>
                </a:ext>
              </a:extLst>
            </p:cNvPr>
            <p:cNvGrpSpPr/>
            <p:nvPr/>
          </p:nvGrpSpPr>
          <p:grpSpPr>
            <a:xfrm>
              <a:off x="6255483" y="3796459"/>
              <a:ext cx="2335459" cy="609928"/>
              <a:chOff x="7971183" y="2677423"/>
              <a:chExt cx="660264" cy="860907"/>
            </a:xfrm>
          </p:grpSpPr>
          <p:cxnSp>
            <p:nvCxnSpPr>
              <p:cNvPr id="51" name="Straight Connector 50">
                <a:extLst>
                  <a:ext uri="{FF2B5EF4-FFF2-40B4-BE49-F238E27FC236}">
                    <a16:creationId xmlns:a16="http://schemas.microsoft.com/office/drawing/2014/main" id="{6FFF67DC-0DD8-4F4C-6314-7175D475517E}"/>
                  </a:ext>
                </a:extLst>
              </p:cNvPr>
              <p:cNvCxnSpPr>
                <a:cxnSpLocks/>
              </p:cNvCxnSpPr>
              <p:nvPr/>
            </p:nvCxnSpPr>
            <p:spPr>
              <a:xfrm>
                <a:off x="7971183" y="2677423"/>
                <a:ext cx="660264" cy="15808"/>
              </a:xfrm>
              <a:prstGeom prst="line">
                <a:avLst/>
              </a:prstGeom>
              <a:ln w="19050"/>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D0840A41-4EFC-E2AA-981E-DBA3D2FF43AE}"/>
                  </a:ext>
                </a:extLst>
              </p:cNvPr>
              <p:cNvCxnSpPr>
                <a:cxnSpLocks/>
              </p:cNvCxnSpPr>
              <p:nvPr/>
            </p:nvCxnSpPr>
            <p:spPr>
              <a:xfrm>
                <a:off x="8631447" y="2677423"/>
                <a:ext cx="0" cy="86090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62" name="Straight Connector 61">
              <a:extLst>
                <a:ext uri="{FF2B5EF4-FFF2-40B4-BE49-F238E27FC236}">
                  <a16:creationId xmlns:a16="http://schemas.microsoft.com/office/drawing/2014/main" id="{3E0B6D9D-643F-5E61-8E4F-ADDF4B1784AF}"/>
                </a:ext>
              </a:extLst>
            </p:cNvPr>
            <p:cNvCxnSpPr>
              <a:cxnSpLocks/>
              <a:stCxn id="9" idx="1"/>
            </p:cNvCxnSpPr>
            <p:nvPr/>
          </p:nvCxnSpPr>
          <p:spPr>
            <a:xfrm flipH="1">
              <a:off x="2523810" y="3807658"/>
              <a:ext cx="2015250" cy="704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E85E3387-0A30-68D1-BF6F-98F1F92E3DA4}"/>
                </a:ext>
              </a:extLst>
            </p:cNvPr>
            <p:cNvCxnSpPr>
              <a:cxnSpLocks/>
            </p:cNvCxnSpPr>
            <p:nvPr/>
          </p:nvCxnSpPr>
          <p:spPr>
            <a:xfrm>
              <a:off x="7277772" y="3789129"/>
              <a:ext cx="14716" cy="6099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89F73FF-1E1D-2AE4-7C6C-1BAC1157514B}"/>
                </a:ext>
              </a:extLst>
            </p:cNvPr>
            <p:cNvCxnSpPr>
              <a:cxnSpLocks/>
              <a:endCxn id="10" idx="0"/>
            </p:cNvCxnSpPr>
            <p:nvPr/>
          </p:nvCxnSpPr>
          <p:spPr>
            <a:xfrm flipH="1">
              <a:off x="6229147" y="3807658"/>
              <a:ext cx="26337" cy="6109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CF06BF4C-57D9-CB33-6B60-4EF10D4F9DE3}"/>
                </a:ext>
              </a:extLst>
            </p:cNvPr>
            <p:cNvCxnSpPr>
              <a:cxnSpLocks/>
              <a:stCxn id="14" idx="2"/>
              <a:endCxn id="18" idx="2"/>
            </p:cNvCxnSpPr>
            <p:nvPr/>
          </p:nvCxnSpPr>
          <p:spPr>
            <a:xfrm rot="16200000" flipH="1">
              <a:off x="5529374" y="1798028"/>
              <a:ext cx="56005" cy="6067131"/>
            </a:xfrm>
            <a:prstGeom prst="bentConnector3">
              <a:avLst>
                <a:gd name="adj1" fmla="val 512427"/>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4062A78B-669C-B119-8AB9-FF0F86A98D22}"/>
                </a:ext>
              </a:extLst>
            </p:cNvPr>
            <p:cNvCxnSpPr>
              <a:cxnSpLocks/>
            </p:cNvCxnSpPr>
            <p:nvPr/>
          </p:nvCxnSpPr>
          <p:spPr>
            <a:xfrm rot="16200000" flipH="1">
              <a:off x="5359367" y="3073060"/>
              <a:ext cx="25313" cy="3530182"/>
            </a:xfrm>
            <a:prstGeom prst="bentConnector3">
              <a:avLst>
                <a:gd name="adj1" fmla="val 100309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E377D128-97A5-BB55-88B2-BCAF0B1D8934}"/>
                </a:ext>
              </a:extLst>
            </p:cNvPr>
            <p:cNvCxnSpPr>
              <a:cxnSpLocks/>
            </p:cNvCxnSpPr>
            <p:nvPr/>
          </p:nvCxnSpPr>
          <p:spPr>
            <a:xfrm rot="5400000" flipH="1" flipV="1">
              <a:off x="5402904" y="4024712"/>
              <a:ext cx="1967" cy="1653398"/>
            </a:xfrm>
            <a:prstGeom prst="bentConnector3">
              <a:avLst>
                <a:gd name="adj1" fmla="val -1162175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4AEC324D-A0B1-DF20-86B8-6EDBDDB50277}"/>
                </a:ext>
              </a:extLst>
            </p:cNvPr>
            <p:cNvCxnSpPr>
              <a:cxnSpLocks/>
            </p:cNvCxnSpPr>
            <p:nvPr/>
          </p:nvCxnSpPr>
          <p:spPr>
            <a:xfrm>
              <a:off x="5413438" y="5089532"/>
              <a:ext cx="0" cy="4083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7F67BDA-0176-3AA5-3555-59E4E8D89AC5}"/>
                </a:ext>
              </a:extLst>
            </p:cNvPr>
            <p:cNvCxnSpPr>
              <a:cxnSpLocks/>
            </p:cNvCxnSpPr>
            <p:nvPr/>
          </p:nvCxnSpPr>
          <p:spPr>
            <a:xfrm>
              <a:off x="5413438" y="5902171"/>
              <a:ext cx="8557" cy="37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416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8" descr="Full view">
            <a:extLst>
              <a:ext uri="{FF2B5EF4-FFF2-40B4-BE49-F238E27FC236}">
                <a16:creationId xmlns:a16="http://schemas.microsoft.com/office/drawing/2014/main" id="{E7ED65B9-D095-24C1-8245-0246213845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C9B5F12-82F2-5EEB-B065-ED3097ED0886}"/>
              </a:ext>
            </a:extLst>
          </p:cNvPr>
          <p:cNvSpPr txBox="1"/>
          <p:nvPr/>
        </p:nvSpPr>
        <p:spPr>
          <a:xfrm>
            <a:off x="807665" y="748785"/>
            <a:ext cx="309571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SEQUENCE DIAGRAM :</a:t>
            </a:r>
            <a:endParaRPr lang="en-IN" sz="2000" b="1" dirty="0">
              <a:latin typeface="Times New Roman" panose="02020603050405020304" pitchFamily="18" charset="0"/>
              <a:cs typeface="Times New Roman" panose="02020603050405020304" pitchFamily="18" charset="0"/>
            </a:endParaRPr>
          </a:p>
        </p:txBody>
      </p:sp>
      <p:pic>
        <p:nvPicPr>
          <p:cNvPr id="20" name="Graphic 19" descr="Cloud">
            <a:extLst>
              <a:ext uri="{FF2B5EF4-FFF2-40B4-BE49-F238E27FC236}">
                <a16:creationId xmlns:a16="http://schemas.microsoft.com/office/drawing/2014/main" id="{4E397C38-58B6-BDC7-3625-60001A33C4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84089" y="1045805"/>
            <a:ext cx="1224908" cy="1042676"/>
          </a:xfrm>
          <a:prstGeom prst="rect">
            <a:avLst/>
          </a:prstGeom>
        </p:spPr>
      </p:pic>
      <p:pic>
        <p:nvPicPr>
          <p:cNvPr id="32" name="Graphic 31" descr="Computer">
            <a:extLst>
              <a:ext uri="{FF2B5EF4-FFF2-40B4-BE49-F238E27FC236}">
                <a16:creationId xmlns:a16="http://schemas.microsoft.com/office/drawing/2014/main" id="{E919E2E9-61B8-0F52-4ED6-71A4E6838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07545" y="1184695"/>
            <a:ext cx="914400" cy="914400"/>
          </a:xfrm>
          <a:prstGeom prst="rect">
            <a:avLst/>
          </a:prstGeom>
        </p:spPr>
      </p:pic>
      <p:grpSp>
        <p:nvGrpSpPr>
          <p:cNvPr id="5" name="Group 4">
            <a:extLst>
              <a:ext uri="{FF2B5EF4-FFF2-40B4-BE49-F238E27FC236}">
                <a16:creationId xmlns:a16="http://schemas.microsoft.com/office/drawing/2014/main" id="{F1479F11-5375-AE94-CB42-AC1230CA7D58}"/>
              </a:ext>
            </a:extLst>
          </p:cNvPr>
          <p:cNvGrpSpPr/>
          <p:nvPr/>
        </p:nvGrpSpPr>
        <p:grpSpPr>
          <a:xfrm>
            <a:off x="668302" y="1052662"/>
            <a:ext cx="10914022" cy="5665379"/>
            <a:chOff x="919875" y="482520"/>
            <a:chExt cx="10570499" cy="6110873"/>
          </a:xfrm>
        </p:grpSpPr>
        <p:pic>
          <p:nvPicPr>
            <p:cNvPr id="8" name="Graphic 7" descr="User">
              <a:extLst>
                <a:ext uri="{FF2B5EF4-FFF2-40B4-BE49-F238E27FC236}">
                  <a16:creationId xmlns:a16="http://schemas.microsoft.com/office/drawing/2014/main" id="{64234CFC-766A-BA71-927B-8CA1EF0C7C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9875" y="662364"/>
              <a:ext cx="858252" cy="858252"/>
            </a:xfrm>
            <a:prstGeom prst="rect">
              <a:avLst/>
            </a:prstGeom>
          </p:spPr>
        </p:pic>
        <p:pic>
          <p:nvPicPr>
            <p:cNvPr id="11" name="Graphic 10" descr="Camera">
              <a:extLst>
                <a:ext uri="{FF2B5EF4-FFF2-40B4-BE49-F238E27FC236}">
                  <a16:creationId xmlns:a16="http://schemas.microsoft.com/office/drawing/2014/main" id="{D8E80873-92F9-4D54-1B7A-02ECA12EA1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05025" y="722881"/>
              <a:ext cx="722698" cy="722698"/>
            </a:xfrm>
            <a:prstGeom prst="rect">
              <a:avLst/>
            </a:prstGeom>
          </p:spPr>
        </p:pic>
        <p:pic>
          <p:nvPicPr>
            <p:cNvPr id="17" name="Graphic 16" descr="Raised hand">
              <a:extLst>
                <a:ext uri="{FF2B5EF4-FFF2-40B4-BE49-F238E27FC236}">
                  <a16:creationId xmlns:a16="http://schemas.microsoft.com/office/drawing/2014/main" id="{CFAEE19D-0681-19E5-7116-A41D22185F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40736" y="482520"/>
              <a:ext cx="722698" cy="722698"/>
            </a:xfrm>
            <a:prstGeom prst="rect">
              <a:avLst/>
            </a:prstGeom>
          </p:spPr>
        </p:pic>
        <p:pic>
          <p:nvPicPr>
            <p:cNvPr id="30" name="Graphic 29" descr="Single gear">
              <a:extLst>
                <a:ext uri="{FF2B5EF4-FFF2-40B4-BE49-F238E27FC236}">
                  <a16:creationId xmlns:a16="http://schemas.microsoft.com/office/drawing/2014/main" id="{ABDDAFAB-272A-DA9B-82FE-D7E3631C580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16406" y="577371"/>
              <a:ext cx="914400" cy="914401"/>
            </a:xfrm>
            <a:prstGeom prst="rect">
              <a:avLst/>
            </a:prstGeom>
          </p:spPr>
        </p:pic>
        <p:cxnSp>
          <p:nvCxnSpPr>
            <p:cNvPr id="35" name="Straight Connector 34">
              <a:extLst>
                <a:ext uri="{FF2B5EF4-FFF2-40B4-BE49-F238E27FC236}">
                  <a16:creationId xmlns:a16="http://schemas.microsoft.com/office/drawing/2014/main" id="{8B29FA34-67EC-557B-48D8-BBA86A69AE58}"/>
                </a:ext>
              </a:extLst>
            </p:cNvPr>
            <p:cNvCxnSpPr>
              <a:cxnSpLocks/>
            </p:cNvCxnSpPr>
            <p:nvPr/>
          </p:nvCxnSpPr>
          <p:spPr>
            <a:xfrm>
              <a:off x="1324565" y="1730943"/>
              <a:ext cx="4860" cy="46913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43D7AC2E-E4B4-3BFD-69B3-E47C76727C0A}"/>
                </a:ext>
              </a:extLst>
            </p:cNvPr>
            <p:cNvCxnSpPr>
              <a:cxnSpLocks/>
              <a:stCxn id="4" idx="2"/>
            </p:cNvCxnSpPr>
            <p:nvPr/>
          </p:nvCxnSpPr>
          <p:spPr>
            <a:xfrm flipH="1">
              <a:off x="3083588" y="1717946"/>
              <a:ext cx="8335" cy="4704353"/>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DC6C12E6-1A30-F43E-6F35-0B62B97A230E}"/>
                </a:ext>
              </a:extLst>
            </p:cNvPr>
            <p:cNvCxnSpPr>
              <a:cxnSpLocks/>
            </p:cNvCxnSpPr>
            <p:nvPr/>
          </p:nvCxnSpPr>
          <p:spPr>
            <a:xfrm flipH="1">
              <a:off x="4712215" y="1864872"/>
              <a:ext cx="21451" cy="4649348"/>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C75CBDA-B6F5-12C7-37DF-4248B22C790A}"/>
                </a:ext>
              </a:extLst>
            </p:cNvPr>
            <p:cNvCxnSpPr>
              <a:cxnSpLocks/>
            </p:cNvCxnSpPr>
            <p:nvPr/>
          </p:nvCxnSpPr>
          <p:spPr>
            <a:xfrm>
              <a:off x="6733310" y="1864872"/>
              <a:ext cx="0" cy="4728521"/>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EBF2927-65C1-9601-7A35-67D9BCB4E485}"/>
                </a:ext>
              </a:extLst>
            </p:cNvPr>
            <p:cNvCxnSpPr>
              <a:cxnSpLocks/>
            </p:cNvCxnSpPr>
            <p:nvPr/>
          </p:nvCxnSpPr>
          <p:spPr>
            <a:xfrm>
              <a:off x="8610159" y="1964299"/>
              <a:ext cx="63523" cy="4549921"/>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D172FC6-AC72-B9EB-5A5B-2517E05D5084}"/>
                </a:ext>
              </a:extLst>
            </p:cNvPr>
            <p:cNvCxnSpPr>
              <a:cxnSpLocks/>
              <a:stCxn id="27" idx="2"/>
            </p:cNvCxnSpPr>
            <p:nvPr/>
          </p:nvCxnSpPr>
          <p:spPr>
            <a:xfrm>
              <a:off x="10617673" y="1961286"/>
              <a:ext cx="54787" cy="4632107"/>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42118EDD-1E3B-CAE8-42CA-94A2DA104762}"/>
                </a:ext>
              </a:extLst>
            </p:cNvPr>
            <p:cNvSpPr txBox="1"/>
            <p:nvPr/>
          </p:nvSpPr>
          <p:spPr>
            <a:xfrm>
              <a:off x="1015827" y="1411722"/>
              <a:ext cx="617477" cy="369332"/>
            </a:xfrm>
            <a:prstGeom prst="rect">
              <a:avLst/>
            </a:prstGeom>
            <a:noFill/>
          </p:spPr>
          <p:txBody>
            <a:bodyPr wrap="none" rtlCol="0">
              <a:spAutoFit/>
            </a:bodyPr>
            <a:lstStyle/>
            <a:p>
              <a:r>
                <a:rPr lang="en-US" dirty="0"/>
                <a:t>User</a:t>
              </a:r>
              <a:endParaRPr lang="en-IN" dirty="0"/>
            </a:p>
          </p:txBody>
        </p:sp>
        <p:sp>
          <p:nvSpPr>
            <p:cNvPr id="4" name="TextBox 3">
              <a:extLst>
                <a:ext uri="{FF2B5EF4-FFF2-40B4-BE49-F238E27FC236}">
                  <a16:creationId xmlns:a16="http://schemas.microsoft.com/office/drawing/2014/main" id="{A8B803E7-B676-DF13-F2F7-077E494A5310}"/>
                </a:ext>
              </a:extLst>
            </p:cNvPr>
            <p:cNvSpPr txBox="1"/>
            <p:nvPr/>
          </p:nvSpPr>
          <p:spPr>
            <a:xfrm>
              <a:off x="2639684" y="1348614"/>
              <a:ext cx="904478" cy="369332"/>
            </a:xfrm>
            <a:prstGeom prst="rect">
              <a:avLst/>
            </a:prstGeom>
            <a:noFill/>
          </p:spPr>
          <p:txBody>
            <a:bodyPr wrap="none" rtlCol="0">
              <a:spAutoFit/>
            </a:bodyPr>
            <a:lstStyle/>
            <a:p>
              <a:r>
                <a:rPr lang="en-US" dirty="0"/>
                <a:t>Camera</a:t>
              </a:r>
              <a:endParaRPr lang="en-IN" dirty="0"/>
            </a:p>
          </p:txBody>
        </p:sp>
        <p:sp>
          <p:nvSpPr>
            <p:cNvPr id="22" name="TextBox 21">
              <a:extLst>
                <a:ext uri="{FF2B5EF4-FFF2-40B4-BE49-F238E27FC236}">
                  <a16:creationId xmlns:a16="http://schemas.microsoft.com/office/drawing/2014/main" id="{198F55E4-99FC-C12F-A8E5-030A24AFBC7D}"/>
                </a:ext>
              </a:extLst>
            </p:cNvPr>
            <p:cNvSpPr txBox="1"/>
            <p:nvPr/>
          </p:nvSpPr>
          <p:spPr>
            <a:xfrm>
              <a:off x="3836988" y="1167717"/>
              <a:ext cx="2074820" cy="697155"/>
            </a:xfrm>
            <a:prstGeom prst="rect">
              <a:avLst/>
            </a:prstGeom>
            <a:noFill/>
          </p:spPr>
          <p:txBody>
            <a:bodyPr wrap="square" rtlCol="0">
              <a:spAutoFit/>
            </a:bodyPr>
            <a:lstStyle/>
            <a:p>
              <a:pPr algn="ctr"/>
              <a:r>
                <a:rPr lang="en-US" dirty="0"/>
                <a:t>Gesture Recognition Module</a:t>
              </a:r>
              <a:endParaRPr lang="en-IN" dirty="0"/>
            </a:p>
          </p:txBody>
        </p:sp>
        <p:sp>
          <p:nvSpPr>
            <p:cNvPr id="24" name="TextBox 23">
              <a:extLst>
                <a:ext uri="{FF2B5EF4-FFF2-40B4-BE49-F238E27FC236}">
                  <a16:creationId xmlns:a16="http://schemas.microsoft.com/office/drawing/2014/main" id="{78074F07-7278-BCD6-91D1-3BC42F2DBFA9}"/>
                </a:ext>
              </a:extLst>
            </p:cNvPr>
            <p:cNvSpPr txBox="1"/>
            <p:nvPr/>
          </p:nvSpPr>
          <p:spPr>
            <a:xfrm>
              <a:off x="5906457" y="1426727"/>
              <a:ext cx="2069014" cy="398374"/>
            </a:xfrm>
            <a:prstGeom prst="rect">
              <a:avLst/>
            </a:prstGeom>
            <a:noFill/>
          </p:spPr>
          <p:txBody>
            <a:bodyPr wrap="square" rtlCol="0">
              <a:spAutoFit/>
            </a:bodyPr>
            <a:lstStyle/>
            <a:p>
              <a:r>
                <a:rPr lang="en-US" dirty="0"/>
                <a:t>Command Processor</a:t>
              </a:r>
              <a:endParaRPr lang="en-IN" dirty="0"/>
            </a:p>
          </p:txBody>
        </p:sp>
        <p:sp>
          <p:nvSpPr>
            <p:cNvPr id="26" name="TextBox 25">
              <a:extLst>
                <a:ext uri="{FF2B5EF4-FFF2-40B4-BE49-F238E27FC236}">
                  <a16:creationId xmlns:a16="http://schemas.microsoft.com/office/drawing/2014/main" id="{19D66D74-9E68-A8C2-965C-652139260DB9}"/>
                </a:ext>
              </a:extLst>
            </p:cNvPr>
            <p:cNvSpPr txBox="1"/>
            <p:nvPr/>
          </p:nvSpPr>
          <p:spPr>
            <a:xfrm>
              <a:off x="8052308" y="1491771"/>
              <a:ext cx="1585901" cy="398374"/>
            </a:xfrm>
            <a:prstGeom prst="rect">
              <a:avLst/>
            </a:prstGeom>
            <a:noFill/>
          </p:spPr>
          <p:txBody>
            <a:bodyPr wrap="square" rtlCol="0">
              <a:spAutoFit/>
            </a:bodyPr>
            <a:lstStyle/>
            <a:p>
              <a:r>
                <a:rPr lang="en-US" dirty="0"/>
                <a:t>Sender System</a:t>
              </a:r>
              <a:endParaRPr lang="en-IN" dirty="0"/>
            </a:p>
          </p:txBody>
        </p:sp>
        <p:sp>
          <p:nvSpPr>
            <p:cNvPr id="27" name="TextBox 26">
              <a:extLst>
                <a:ext uri="{FF2B5EF4-FFF2-40B4-BE49-F238E27FC236}">
                  <a16:creationId xmlns:a16="http://schemas.microsoft.com/office/drawing/2014/main" id="{41E6D503-ED23-8C6D-04B4-E6D7E850658C}"/>
                </a:ext>
              </a:extLst>
            </p:cNvPr>
            <p:cNvSpPr txBox="1"/>
            <p:nvPr/>
          </p:nvSpPr>
          <p:spPr>
            <a:xfrm>
              <a:off x="9744972" y="1562912"/>
              <a:ext cx="1745402" cy="398374"/>
            </a:xfrm>
            <a:prstGeom prst="rect">
              <a:avLst/>
            </a:prstGeom>
            <a:noFill/>
          </p:spPr>
          <p:txBody>
            <a:bodyPr wrap="square" rtlCol="0">
              <a:spAutoFit/>
            </a:bodyPr>
            <a:lstStyle/>
            <a:p>
              <a:r>
                <a:rPr lang="en-US" dirty="0"/>
                <a:t>Receiver System</a:t>
              </a:r>
              <a:endParaRPr lang="en-IN" dirty="0"/>
            </a:p>
          </p:txBody>
        </p:sp>
        <p:cxnSp>
          <p:nvCxnSpPr>
            <p:cNvPr id="29" name="Straight Arrow Connector 28">
              <a:extLst>
                <a:ext uri="{FF2B5EF4-FFF2-40B4-BE49-F238E27FC236}">
                  <a16:creationId xmlns:a16="http://schemas.microsoft.com/office/drawing/2014/main" id="{4099510B-83F4-F5EA-54DC-98D88F2C4564}"/>
                </a:ext>
              </a:extLst>
            </p:cNvPr>
            <p:cNvCxnSpPr>
              <a:cxnSpLocks/>
            </p:cNvCxnSpPr>
            <p:nvPr/>
          </p:nvCxnSpPr>
          <p:spPr>
            <a:xfrm>
              <a:off x="1309195" y="1990331"/>
              <a:ext cx="1757179"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F914CBE-DB2C-B305-B6BA-FE24D3B52709}"/>
                </a:ext>
              </a:extLst>
            </p:cNvPr>
            <p:cNvSpPr txBox="1"/>
            <p:nvPr/>
          </p:nvSpPr>
          <p:spPr>
            <a:xfrm>
              <a:off x="1346712" y="1667545"/>
              <a:ext cx="1491049" cy="369332"/>
            </a:xfrm>
            <a:prstGeom prst="rect">
              <a:avLst/>
            </a:prstGeom>
            <a:noFill/>
          </p:spPr>
          <p:txBody>
            <a:bodyPr wrap="none" rtlCol="0">
              <a:spAutoFit/>
            </a:bodyPr>
            <a:lstStyle/>
            <a:p>
              <a:r>
                <a:rPr lang="en-US" dirty="0"/>
                <a:t>Show Gesture</a:t>
              </a:r>
              <a:endParaRPr lang="en-IN" dirty="0"/>
            </a:p>
          </p:txBody>
        </p:sp>
        <p:cxnSp>
          <p:nvCxnSpPr>
            <p:cNvPr id="37" name="Straight Arrow Connector 36">
              <a:extLst>
                <a:ext uri="{FF2B5EF4-FFF2-40B4-BE49-F238E27FC236}">
                  <a16:creationId xmlns:a16="http://schemas.microsoft.com/office/drawing/2014/main" id="{19F372E4-8599-8809-960B-EAC097F8440F}"/>
                </a:ext>
              </a:extLst>
            </p:cNvPr>
            <p:cNvCxnSpPr>
              <a:cxnSpLocks/>
            </p:cNvCxnSpPr>
            <p:nvPr/>
          </p:nvCxnSpPr>
          <p:spPr>
            <a:xfrm>
              <a:off x="3091470" y="2107419"/>
              <a:ext cx="1642196" cy="10621"/>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557F169-F51D-5C43-CBB9-C912D34F9837}"/>
                </a:ext>
              </a:extLst>
            </p:cNvPr>
            <p:cNvSpPr txBox="1"/>
            <p:nvPr/>
          </p:nvSpPr>
          <p:spPr>
            <a:xfrm>
              <a:off x="3139506" y="1655245"/>
              <a:ext cx="1742047" cy="369332"/>
            </a:xfrm>
            <a:prstGeom prst="rect">
              <a:avLst/>
            </a:prstGeom>
            <a:noFill/>
          </p:spPr>
          <p:txBody>
            <a:bodyPr wrap="square" rtlCol="0">
              <a:spAutoFit/>
            </a:bodyPr>
            <a:lstStyle/>
            <a:p>
              <a:r>
                <a:rPr lang="en-US" dirty="0"/>
                <a:t>Capture image</a:t>
              </a:r>
              <a:endParaRPr lang="en-IN" dirty="0"/>
            </a:p>
          </p:txBody>
        </p:sp>
        <p:cxnSp>
          <p:nvCxnSpPr>
            <p:cNvPr id="40" name="Straight Arrow Connector 39">
              <a:extLst>
                <a:ext uri="{FF2B5EF4-FFF2-40B4-BE49-F238E27FC236}">
                  <a16:creationId xmlns:a16="http://schemas.microsoft.com/office/drawing/2014/main" id="{F1509136-7E31-1965-9BAD-38E7C500C05A}"/>
                </a:ext>
              </a:extLst>
            </p:cNvPr>
            <p:cNvCxnSpPr>
              <a:cxnSpLocks/>
            </p:cNvCxnSpPr>
            <p:nvPr/>
          </p:nvCxnSpPr>
          <p:spPr>
            <a:xfrm>
              <a:off x="4716558" y="2913850"/>
              <a:ext cx="2025377"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BC50978-7AFB-2577-4361-7D18D3258FEF}"/>
                </a:ext>
              </a:extLst>
            </p:cNvPr>
            <p:cNvCxnSpPr>
              <a:cxnSpLocks/>
            </p:cNvCxnSpPr>
            <p:nvPr/>
          </p:nvCxnSpPr>
          <p:spPr>
            <a:xfrm>
              <a:off x="4733666" y="3487301"/>
              <a:ext cx="2008269"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8E653F5-ADEA-8EDC-531A-6F273601E031}"/>
                </a:ext>
              </a:extLst>
            </p:cNvPr>
            <p:cNvCxnSpPr>
              <a:cxnSpLocks/>
            </p:cNvCxnSpPr>
            <p:nvPr/>
          </p:nvCxnSpPr>
          <p:spPr>
            <a:xfrm>
              <a:off x="4717723" y="3869939"/>
              <a:ext cx="2006758" cy="15221"/>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161C948-8158-B1B7-CB07-ECCA8010E1E1}"/>
                </a:ext>
              </a:extLst>
            </p:cNvPr>
            <p:cNvCxnSpPr>
              <a:cxnSpLocks/>
            </p:cNvCxnSpPr>
            <p:nvPr/>
          </p:nvCxnSpPr>
          <p:spPr>
            <a:xfrm>
              <a:off x="4746385" y="4290035"/>
              <a:ext cx="1978096"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DC29C76-F777-05FE-9CB1-F98B600D76EB}"/>
                </a:ext>
              </a:extLst>
            </p:cNvPr>
            <p:cNvCxnSpPr>
              <a:cxnSpLocks/>
            </p:cNvCxnSpPr>
            <p:nvPr/>
          </p:nvCxnSpPr>
          <p:spPr>
            <a:xfrm>
              <a:off x="4756779" y="4906509"/>
              <a:ext cx="1967702"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8408381-35F2-72FA-4B9F-09A13FF5BE9B}"/>
                </a:ext>
              </a:extLst>
            </p:cNvPr>
            <p:cNvCxnSpPr>
              <a:cxnSpLocks/>
            </p:cNvCxnSpPr>
            <p:nvPr/>
          </p:nvCxnSpPr>
          <p:spPr>
            <a:xfrm>
              <a:off x="8687116" y="5995789"/>
              <a:ext cx="1955659" cy="7533"/>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DE18698-A23F-CA81-AD54-407EE4F18BD2}"/>
                </a:ext>
              </a:extLst>
            </p:cNvPr>
            <p:cNvCxnSpPr>
              <a:cxnSpLocks/>
            </p:cNvCxnSpPr>
            <p:nvPr/>
          </p:nvCxnSpPr>
          <p:spPr>
            <a:xfrm flipH="1" flipV="1">
              <a:off x="1344796" y="6192590"/>
              <a:ext cx="9300270" cy="76400"/>
            </a:xfrm>
            <a:prstGeom prst="straightConnector1">
              <a:avLst/>
            </a:prstGeom>
            <a:ln w="1905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CE7175F2-BFA2-C0F3-C83A-556F51C98ECB}"/>
                </a:ext>
              </a:extLst>
            </p:cNvPr>
            <p:cNvSpPr txBox="1"/>
            <p:nvPr/>
          </p:nvSpPr>
          <p:spPr>
            <a:xfrm>
              <a:off x="8699411" y="5579267"/>
              <a:ext cx="1585901" cy="398374"/>
            </a:xfrm>
            <a:prstGeom prst="rect">
              <a:avLst/>
            </a:prstGeom>
            <a:noFill/>
          </p:spPr>
          <p:txBody>
            <a:bodyPr wrap="square" rtlCol="0">
              <a:spAutoFit/>
            </a:bodyPr>
            <a:lstStyle/>
            <a:p>
              <a:pPr algn="ctr"/>
              <a:r>
                <a:rPr lang="en-US" dirty="0"/>
                <a:t>Output</a:t>
              </a:r>
              <a:endParaRPr lang="en-IN" dirty="0"/>
            </a:p>
          </p:txBody>
        </p:sp>
        <p:sp>
          <p:nvSpPr>
            <p:cNvPr id="81" name="TextBox 80">
              <a:extLst>
                <a:ext uri="{FF2B5EF4-FFF2-40B4-BE49-F238E27FC236}">
                  <a16:creationId xmlns:a16="http://schemas.microsoft.com/office/drawing/2014/main" id="{AB075771-0C06-C96A-1FEF-2298CE286192}"/>
                </a:ext>
              </a:extLst>
            </p:cNvPr>
            <p:cNvSpPr txBox="1"/>
            <p:nvPr/>
          </p:nvSpPr>
          <p:spPr>
            <a:xfrm>
              <a:off x="4773014" y="2508398"/>
              <a:ext cx="1878015" cy="369332"/>
            </a:xfrm>
            <a:prstGeom prst="rect">
              <a:avLst/>
            </a:prstGeom>
            <a:noFill/>
          </p:spPr>
          <p:txBody>
            <a:bodyPr wrap="none" rtlCol="0">
              <a:spAutoFit/>
            </a:bodyPr>
            <a:lstStyle/>
            <a:p>
              <a:r>
                <a:rPr lang="en-US" dirty="0"/>
                <a:t>Recognize gesture</a:t>
              </a:r>
              <a:endParaRPr lang="en-IN" dirty="0"/>
            </a:p>
          </p:txBody>
        </p:sp>
        <p:sp>
          <p:nvSpPr>
            <p:cNvPr id="82" name="TextBox 81">
              <a:extLst>
                <a:ext uri="{FF2B5EF4-FFF2-40B4-BE49-F238E27FC236}">
                  <a16:creationId xmlns:a16="http://schemas.microsoft.com/office/drawing/2014/main" id="{9EAEFEA4-1835-DB74-401D-CF91C192CB35}"/>
                </a:ext>
              </a:extLst>
            </p:cNvPr>
            <p:cNvSpPr txBox="1"/>
            <p:nvPr/>
          </p:nvSpPr>
          <p:spPr>
            <a:xfrm>
              <a:off x="4870377" y="3050282"/>
              <a:ext cx="1624804" cy="369332"/>
            </a:xfrm>
            <a:prstGeom prst="rect">
              <a:avLst/>
            </a:prstGeom>
            <a:noFill/>
          </p:spPr>
          <p:txBody>
            <a:bodyPr wrap="none" rtlCol="0">
              <a:spAutoFit/>
            </a:bodyPr>
            <a:lstStyle/>
            <a:p>
              <a:r>
                <a:rPr lang="en-US" dirty="0"/>
                <a:t>If gesture=copy</a:t>
              </a:r>
              <a:endParaRPr lang="en-IN" dirty="0"/>
            </a:p>
          </p:txBody>
        </p:sp>
        <p:sp>
          <p:nvSpPr>
            <p:cNvPr id="83" name="TextBox 82">
              <a:extLst>
                <a:ext uri="{FF2B5EF4-FFF2-40B4-BE49-F238E27FC236}">
                  <a16:creationId xmlns:a16="http://schemas.microsoft.com/office/drawing/2014/main" id="{44C14D1D-AED2-19CE-FC56-5B8938917D48}"/>
                </a:ext>
              </a:extLst>
            </p:cNvPr>
            <p:cNvSpPr txBox="1"/>
            <p:nvPr/>
          </p:nvSpPr>
          <p:spPr>
            <a:xfrm>
              <a:off x="4845465" y="3487301"/>
              <a:ext cx="1683602" cy="369332"/>
            </a:xfrm>
            <a:prstGeom prst="rect">
              <a:avLst/>
            </a:prstGeom>
            <a:noFill/>
          </p:spPr>
          <p:txBody>
            <a:bodyPr wrap="none" rtlCol="0">
              <a:spAutoFit/>
            </a:bodyPr>
            <a:lstStyle/>
            <a:p>
              <a:r>
                <a:rPr lang="en-US" dirty="0"/>
                <a:t>If gesture=Paste</a:t>
              </a:r>
              <a:endParaRPr lang="en-IN" dirty="0"/>
            </a:p>
          </p:txBody>
        </p:sp>
        <p:sp>
          <p:nvSpPr>
            <p:cNvPr id="84" name="TextBox 83">
              <a:extLst>
                <a:ext uri="{FF2B5EF4-FFF2-40B4-BE49-F238E27FC236}">
                  <a16:creationId xmlns:a16="http://schemas.microsoft.com/office/drawing/2014/main" id="{7FD39444-5B48-3E1A-C1D4-AA05B43A4A2A}"/>
                </a:ext>
              </a:extLst>
            </p:cNvPr>
            <p:cNvSpPr txBox="1"/>
            <p:nvPr/>
          </p:nvSpPr>
          <p:spPr>
            <a:xfrm>
              <a:off x="4890003" y="4906509"/>
              <a:ext cx="1523687" cy="369332"/>
            </a:xfrm>
            <a:prstGeom prst="rect">
              <a:avLst/>
            </a:prstGeom>
            <a:noFill/>
          </p:spPr>
          <p:txBody>
            <a:bodyPr wrap="none" rtlCol="0">
              <a:spAutoFit/>
            </a:bodyPr>
            <a:lstStyle/>
            <a:p>
              <a:r>
                <a:rPr lang="en-US" dirty="0"/>
                <a:t>If gesture=Exit</a:t>
              </a:r>
              <a:endParaRPr lang="en-IN" dirty="0"/>
            </a:p>
          </p:txBody>
        </p:sp>
        <p:sp>
          <p:nvSpPr>
            <p:cNvPr id="85" name="TextBox 84">
              <a:extLst>
                <a:ext uri="{FF2B5EF4-FFF2-40B4-BE49-F238E27FC236}">
                  <a16:creationId xmlns:a16="http://schemas.microsoft.com/office/drawing/2014/main" id="{5C4ADC13-98B0-476B-876A-AC6527993399}"/>
                </a:ext>
              </a:extLst>
            </p:cNvPr>
            <p:cNvSpPr txBox="1"/>
            <p:nvPr/>
          </p:nvSpPr>
          <p:spPr>
            <a:xfrm>
              <a:off x="4786024" y="3853023"/>
              <a:ext cx="1636696" cy="398374"/>
            </a:xfrm>
            <a:prstGeom prst="rect">
              <a:avLst/>
            </a:prstGeom>
            <a:noFill/>
          </p:spPr>
          <p:txBody>
            <a:bodyPr wrap="none" rtlCol="0">
              <a:spAutoFit/>
            </a:bodyPr>
            <a:lstStyle/>
            <a:p>
              <a:r>
                <a:rPr lang="en-US" dirty="0"/>
                <a:t>If gesture=Scroll</a:t>
              </a:r>
              <a:endParaRPr lang="en-IN" dirty="0"/>
            </a:p>
          </p:txBody>
        </p:sp>
        <p:sp>
          <p:nvSpPr>
            <p:cNvPr id="86" name="TextBox 85">
              <a:extLst>
                <a:ext uri="{FF2B5EF4-FFF2-40B4-BE49-F238E27FC236}">
                  <a16:creationId xmlns:a16="http://schemas.microsoft.com/office/drawing/2014/main" id="{FF5ACC7E-3B9B-E6BC-140E-A24CAC5D3C03}"/>
                </a:ext>
              </a:extLst>
            </p:cNvPr>
            <p:cNvSpPr txBox="1"/>
            <p:nvPr/>
          </p:nvSpPr>
          <p:spPr>
            <a:xfrm>
              <a:off x="4726019" y="4258664"/>
              <a:ext cx="2067311" cy="697155"/>
            </a:xfrm>
            <a:prstGeom prst="rect">
              <a:avLst/>
            </a:prstGeom>
            <a:noFill/>
          </p:spPr>
          <p:txBody>
            <a:bodyPr wrap="none" rtlCol="0">
              <a:spAutoFit/>
            </a:bodyPr>
            <a:lstStyle/>
            <a:p>
              <a:pPr algn="ctr"/>
              <a:r>
                <a:rPr lang="en-US" dirty="0"/>
                <a:t>If gesture=Switching </a:t>
              </a:r>
            </a:p>
            <a:p>
              <a:pPr algn="ctr"/>
              <a:r>
                <a:rPr lang="en-US" dirty="0"/>
                <a:t>tabs</a:t>
              </a:r>
              <a:endParaRPr lang="en-IN" dirty="0"/>
            </a:p>
          </p:txBody>
        </p:sp>
        <p:sp>
          <p:nvSpPr>
            <p:cNvPr id="91" name="TextBox 90">
              <a:extLst>
                <a:ext uri="{FF2B5EF4-FFF2-40B4-BE49-F238E27FC236}">
                  <a16:creationId xmlns:a16="http://schemas.microsoft.com/office/drawing/2014/main" id="{92F2FE48-60B1-E9F9-0A7F-E5B704A42639}"/>
                </a:ext>
              </a:extLst>
            </p:cNvPr>
            <p:cNvSpPr txBox="1"/>
            <p:nvPr/>
          </p:nvSpPr>
          <p:spPr>
            <a:xfrm>
              <a:off x="1449789" y="5762692"/>
              <a:ext cx="1549335" cy="369332"/>
            </a:xfrm>
            <a:prstGeom prst="rect">
              <a:avLst/>
            </a:prstGeom>
            <a:noFill/>
          </p:spPr>
          <p:txBody>
            <a:bodyPr wrap="none" rtlCol="0">
              <a:spAutoFit/>
            </a:bodyPr>
            <a:lstStyle/>
            <a:p>
              <a:r>
                <a:rPr lang="en-US" dirty="0"/>
                <a:t>Display output</a:t>
              </a:r>
              <a:endParaRPr lang="en-IN" dirty="0"/>
            </a:p>
          </p:txBody>
        </p:sp>
        <p:sp>
          <p:nvSpPr>
            <p:cNvPr id="93" name="TextBox 92">
              <a:extLst>
                <a:ext uri="{FF2B5EF4-FFF2-40B4-BE49-F238E27FC236}">
                  <a16:creationId xmlns:a16="http://schemas.microsoft.com/office/drawing/2014/main" id="{3E03345F-C31A-1341-13D8-008139F4F9F1}"/>
                </a:ext>
              </a:extLst>
            </p:cNvPr>
            <p:cNvSpPr txBox="1"/>
            <p:nvPr/>
          </p:nvSpPr>
          <p:spPr>
            <a:xfrm>
              <a:off x="7213067" y="3338685"/>
              <a:ext cx="1116593" cy="398374"/>
            </a:xfrm>
            <a:prstGeom prst="rect">
              <a:avLst/>
            </a:prstGeom>
            <a:noFill/>
          </p:spPr>
          <p:txBody>
            <a:bodyPr wrap="none" rtlCol="0">
              <a:spAutoFit/>
            </a:bodyPr>
            <a:lstStyle/>
            <a:p>
              <a:pPr algn="ctr"/>
              <a:r>
                <a:rPr lang="en-US" dirty="0"/>
                <a:t>Command</a:t>
              </a:r>
              <a:endParaRPr lang="en-IN" dirty="0"/>
            </a:p>
          </p:txBody>
        </p:sp>
      </p:grpSp>
      <p:cxnSp>
        <p:nvCxnSpPr>
          <p:cNvPr id="38" name="Straight Connector 37">
            <a:extLst>
              <a:ext uri="{FF2B5EF4-FFF2-40B4-BE49-F238E27FC236}">
                <a16:creationId xmlns:a16="http://schemas.microsoft.com/office/drawing/2014/main" id="{061C3D9A-E565-561A-5108-F9F2F3F31409}"/>
              </a:ext>
            </a:extLst>
          </p:cNvPr>
          <p:cNvCxnSpPr>
            <a:cxnSpLocks/>
          </p:cNvCxnSpPr>
          <p:nvPr/>
        </p:nvCxnSpPr>
        <p:spPr>
          <a:xfrm flipH="1">
            <a:off x="6884908" y="3285934"/>
            <a:ext cx="26799" cy="186820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5402AE6-106B-70F5-BA22-EC304A716084}"/>
              </a:ext>
            </a:extLst>
          </p:cNvPr>
          <p:cNvCxnSpPr>
            <a:cxnSpLocks/>
          </p:cNvCxnSpPr>
          <p:nvPr/>
        </p:nvCxnSpPr>
        <p:spPr>
          <a:xfrm flipH="1">
            <a:off x="6679569" y="3286002"/>
            <a:ext cx="254708" cy="13375"/>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2ABCDA1-822C-3D68-5B64-1FD20FBB6C82}"/>
              </a:ext>
            </a:extLst>
          </p:cNvPr>
          <p:cNvCxnSpPr>
            <a:cxnSpLocks/>
          </p:cNvCxnSpPr>
          <p:nvPr/>
        </p:nvCxnSpPr>
        <p:spPr>
          <a:xfrm flipH="1">
            <a:off x="6658828" y="5154134"/>
            <a:ext cx="235147"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1DBFA9C-BF91-9F83-E0E3-67531D09E88E}"/>
              </a:ext>
            </a:extLst>
          </p:cNvPr>
          <p:cNvCxnSpPr>
            <a:cxnSpLocks/>
          </p:cNvCxnSpPr>
          <p:nvPr/>
        </p:nvCxnSpPr>
        <p:spPr>
          <a:xfrm>
            <a:off x="6906800" y="4192686"/>
            <a:ext cx="1701583" cy="22247"/>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17B3B1B-DB09-1CE2-5479-99F4D2FB92EC}"/>
              </a:ext>
            </a:extLst>
          </p:cNvPr>
          <p:cNvCxnSpPr>
            <a:cxnSpLocks/>
          </p:cNvCxnSpPr>
          <p:nvPr/>
        </p:nvCxnSpPr>
        <p:spPr>
          <a:xfrm flipH="1">
            <a:off x="6658828" y="4578956"/>
            <a:ext cx="21301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D2A8C1-FEE9-F6F4-39FE-2914EADEDC21}"/>
              </a:ext>
            </a:extLst>
          </p:cNvPr>
          <p:cNvCxnSpPr>
            <a:cxnSpLocks/>
          </p:cNvCxnSpPr>
          <p:nvPr/>
        </p:nvCxnSpPr>
        <p:spPr>
          <a:xfrm flipH="1">
            <a:off x="6685394" y="3835707"/>
            <a:ext cx="21301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67A631D-A178-B337-8D5D-89A026E07016}"/>
              </a:ext>
            </a:extLst>
          </p:cNvPr>
          <p:cNvCxnSpPr>
            <a:cxnSpLocks/>
          </p:cNvCxnSpPr>
          <p:nvPr/>
        </p:nvCxnSpPr>
        <p:spPr>
          <a:xfrm flipH="1">
            <a:off x="6680961" y="4198928"/>
            <a:ext cx="21301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B6601C-09FB-C881-BB6B-C2826A92FF45}"/>
              </a:ext>
            </a:extLst>
          </p:cNvPr>
          <p:cNvCxnSpPr>
            <a:cxnSpLocks/>
          </p:cNvCxnSpPr>
          <p:nvPr/>
        </p:nvCxnSpPr>
        <p:spPr>
          <a:xfrm>
            <a:off x="4653364" y="5496541"/>
            <a:ext cx="3955019" cy="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3" name="Graphic 32" descr="Line arrow: Rotate right with solid fill">
            <a:extLst>
              <a:ext uri="{FF2B5EF4-FFF2-40B4-BE49-F238E27FC236}">
                <a16:creationId xmlns:a16="http://schemas.microsoft.com/office/drawing/2014/main" id="{F58FB042-427D-DC98-32CE-652A9417E8E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4928958">
            <a:off x="4586278" y="2770088"/>
            <a:ext cx="275671" cy="253063"/>
          </a:xfrm>
          <a:prstGeom prst="rect">
            <a:avLst/>
          </a:prstGeom>
        </p:spPr>
      </p:pic>
      <p:sp>
        <p:nvSpPr>
          <p:cNvPr id="51" name="Rectangle 50">
            <a:extLst>
              <a:ext uri="{FF2B5EF4-FFF2-40B4-BE49-F238E27FC236}">
                <a16:creationId xmlns:a16="http://schemas.microsoft.com/office/drawing/2014/main" id="{5AB65B0C-B844-4D6E-8E82-8F1F301A0D1E}"/>
              </a:ext>
            </a:extLst>
          </p:cNvPr>
          <p:cNvSpPr/>
          <p:nvPr/>
        </p:nvSpPr>
        <p:spPr>
          <a:xfrm>
            <a:off x="4549685" y="2920153"/>
            <a:ext cx="110743" cy="24845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61" name="Straight Arrow Connector 60">
            <a:extLst>
              <a:ext uri="{FF2B5EF4-FFF2-40B4-BE49-F238E27FC236}">
                <a16:creationId xmlns:a16="http://schemas.microsoft.com/office/drawing/2014/main" id="{DCB61E14-DBDA-6957-D036-E1D65572CE66}"/>
              </a:ext>
            </a:extLst>
          </p:cNvPr>
          <p:cNvCxnSpPr>
            <a:cxnSpLocks/>
          </p:cNvCxnSpPr>
          <p:nvPr/>
        </p:nvCxnSpPr>
        <p:spPr>
          <a:xfrm flipH="1">
            <a:off x="1096784" y="2867011"/>
            <a:ext cx="3481339" cy="0"/>
          </a:xfrm>
          <a:prstGeom prst="straightConnector1">
            <a:avLst/>
          </a:prstGeom>
          <a:ln w="1905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3F5F13A-0375-3788-5AE0-95A9F76CC677}"/>
              </a:ext>
            </a:extLst>
          </p:cNvPr>
          <p:cNvSpPr txBox="1"/>
          <p:nvPr/>
        </p:nvSpPr>
        <p:spPr>
          <a:xfrm>
            <a:off x="3155791" y="2556158"/>
            <a:ext cx="1096459" cy="307777"/>
          </a:xfrm>
          <a:prstGeom prst="rect">
            <a:avLst/>
          </a:prstGeom>
          <a:noFill/>
        </p:spPr>
        <p:txBody>
          <a:bodyPr wrap="square" rtlCol="0">
            <a:spAutoFit/>
          </a:bodyPr>
          <a:lstStyle/>
          <a:p>
            <a:r>
              <a:rPr lang="en-US" sz="1400" dirty="0"/>
              <a:t>Captured</a:t>
            </a:r>
            <a:endParaRPr lang="en-IN" sz="1400" dirty="0"/>
          </a:p>
        </p:txBody>
      </p:sp>
      <p:cxnSp>
        <p:nvCxnSpPr>
          <p:cNvPr id="90" name="Straight Arrow Connector 89">
            <a:extLst>
              <a:ext uri="{FF2B5EF4-FFF2-40B4-BE49-F238E27FC236}">
                <a16:creationId xmlns:a16="http://schemas.microsoft.com/office/drawing/2014/main" id="{09FE7286-EF62-9B88-A923-0AF699E2110A}"/>
              </a:ext>
            </a:extLst>
          </p:cNvPr>
          <p:cNvCxnSpPr>
            <a:cxnSpLocks/>
          </p:cNvCxnSpPr>
          <p:nvPr/>
        </p:nvCxnSpPr>
        <p:spPr>
          <a:xfrm flipH="1">
            <a:off x="6712269" y="5947900"/>
            <a:ext cx="1929031" cy="0"/>
          </a:xfrm>
          <a:prstGeom prst="straightConnector1">
            <a:avLst/>
          </a:prstGeom>
          <a:ln w="19050">
            <a:solidFill>
              <a:schemeClr val="tx1">
                <a:lumMod val="95000"/>
                <a:lumOff val="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4AD146C-C591-2EB1-FA4B-320035B0944A}"/>
              </a:ext>
            </a:extLst>
          </p:cNvPr>
          <p:cNvSpPr txBox="1"/>
          <p:nvPr/>
        </p:nvSpPr>
        <p:spPr>
          <a:xfrm>
            <a:off x="6849772" y="5579981"/>
            <a:ext cx="1469120" cy="307777"/>
          </a:xfrm>
          <a:prstGeom prst="rect">
            <a:avLst/>
          </a:prstGeom>
          <a:noFill/>
        </p:spPr>
        <p:txBody>
          <a:bodyPr wrap="none" rtlCol="0">
            <a:spAutoFit/>
          </a:bodyPr>
          <a:lstStyle/>
          <a:p>
            <a:pPr algn="ctr"/>
            <a:r>
              <a:rPr lang="en-US" sz="1400" dirty="0"/>
              <a:t>Gesture Detected</a:t>
            </a:r>
            <a:endParaRPr lang="en-IN" sz="1400" dirty="0"/>
          </a:p>
        </p:txBody>
      </p:sp>
    </p:spTree>
    <p:extLst>
      <p:ext uri="{BB962C8B-B14F-4D97-AF65-F5344CB8AC3E}">
        <p14:creationId xmlns:p14="http://schemas.microsoft.com/office/powerpoint/2010/main" val="1712502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624C39-C491-5AEC-BF0F-4CC0EBE0BA5B}"/>
              </a:ext>
            </a:extLst>
          </p:cNvPr>
          <p:cNvPicPr>
            <a:picLocks noChangeAspect="1"/>
          </p:cNvPicPr>
          <p:nvPr/>
        </p:nvPicPr>
        <p:blipFill>
          <a:blip r:embed="rId2"/>
          <a:stretch>
            <a:fillRect/>
          </a:stretch>
        </p:blipFill>
        <p:spPr>
          <a:xfrm>
            <a:off x="0" y="0"/>
            <a:ext cx="12192000" cy="6857999"/>
          </a:xfrm>
          <a:prstGeom prst="rect">
            <a:avLst/>
          </a:prstGeom>
        </p:spPr>
      </p:pic>
      <p:sp>
        <p:nvSpPr>
          <p:cNvPr id="2" name="TextBox 1">
            <a:extLst>
              <a:ext uri="{FF2B5EF4-FFF2-40B4-BE49-F238E27FC236}">
                <a16:creationId xmlns:a16="http://schemas.microsoft.com/office/drawing/2014/main" id="{16937D17-E1DB-A247-9827-22E7A0AE5079}"/>
              </a:ext>
            </a:extLst>
          </p:cNvPr>
          <p:cNvSpPr txBox="1"/>
          <p:nvPr/>
        </p:nvSpPr>
        <p:spPr>
          <a:xfrm>
            <a:off x="5255580" y="488272"/>
            <a:ext cx="1538434"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FAAD842-7ACF-B66B-9CDA-BFA067E45C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00" y="1438209"/>
            <a:ext cx="8128000" cy="4476410"/>
          </a:xfrm>
          <a:prstGeom prst="rect">
            <a:avLst/>
          </a:prstGeom>
        </p:spPr>
      </p:pic>
    </p:spTree>
    <p:extLst>
      <p:ext uri="{BB962C8B-B14F-4D97-AF65-F5344CB8AC3E}">
        <p14:creationId xmlns:p14="http://schemas.microsoft.com/office/powerpoint/2010/main" val="1550930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79A819-9288-108D-5D53-46EA783317D5}"/>
              </a:ext>
            </a:extLst>
          </p:cNvPr>
          <p:cNvPicPr>
            <a:picLocks noChangeAspect="1"/>
          </p:cNvPicPr>
          <p:nvPr/>
        </p:nvPicPr>
        <p:blipFill>
          <a:blip r:embed="rId2"/>
          <a:stretch>
            <a:fillRect/>
          </a:stretch>
        </p:blipFill>
        <p:spPr>
          <a:xfrm>
            <a:off x="0" y="0"/>
            <a:ext cx="12192000" cy="6857999"/>
          </a:xfrm>
          <a:prstGeom prst="rect">
            <a:avLst/>
          </a:prstGeom>
        </p:spPr>
      </p:pic>
      <p:pic>
        <p:nvPicPr>
          <p:cNvPr id="3" name="Picture 2">
            <a:extLst>
              <a:ext uri="{FF2B5EF4-FFF2-40B4-BE49-F238E27FC236}">
                <a16:creationId xmlns:a16="http://schemas.microsoft.com/office/drawing/2014/main" id="{493D40F8-E17D-C237-7213-50B7A7E3AB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00" y="1122578"/>
            <a:ext cx="8128000" cy="4612843"/>
          </a:xfrm>
          <a:prstGeom prst="rect">
            <a:avLst/>
          </a:prstGeom>
        </p:spPr>
      </p:pic>
    </p:spTree>
    <p:extLst>
      <p:ext uri="{BB962C8B-B14F-4D97-AF65-F5344CB8AC3E}">
        <p14:creationId xmlns:p14="http://schemas.microsoft.com/office/powerpoint/2010/main" val="179992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Full view">
            <a:extLst>
              <a:ext uri="{FF2B5EF4-FFF2-40B4-BE49-F238E27FC236}">
                <a16:creationId xmlns:a16="http://schemas.microsoft.com/office/drawing/2014/main" id="{4B8B1338-705F-6CD8-1D1E-73B4F12FF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878"/>
            <a:ext cx="12191999" cy="69648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6D68F64-C963-5C8C-9225-79360E4F9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255" y="1265515"/>
            <a:ext cx="4333907" cy="4959915"/>
          </a:xfrm>
          <a:prstGeom prst="rect">
            <a:avLst/>
          </a:prstGeom>
        </p:spPr>
      </p:pic>
      <p:pic>
        <p:nvPicPr>
          <p:cNvPr id="4" name="Picture 3">
            <a:extLst>
              <a:ext uri="{FF2B5EF4-FFF2-40B4-BE49-F238E27FC236}">
                <a16:creationId xmlns:a16="http://schemas.microsoft.com/office/drawing/2014/main" id="{12C5C923-E1C9-D3E7-2354-BE78CAE69D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6665" y="1251519"/>
            <a:ext cx="4137913" cy="4959915"/>
          </a:xfrm>
          <a:prstGeom prst="rect">
            <a:avLst/>
          </a:prstGeom>
        </p:spPr>
      </p:pic>
      <p:sp>
        <p:nvSpPr>
          <p:cNvPr id="5" name="TextBox 4">
            <a:extLst>
              <a:ext uri="{FF2B5EF4-FFF2-40B4-BE49-F238E27FC236}">
                <a16:creationId xmlns:a16="http://schemas.microsoft.com/office/drawing/2014/main" id="{62C44746-58E2-1016-4392-70C3EAB9E390}"/>
              </a:ext>
            </a:extLst>
          </p:cNvPr>
          <p:cNvSpPr txBox="1"/>
          <p:nvPr/>
        </p:nvSpPr>
        <p:spPr>
          <a:xfrm>
            <a:off x="1711410" y="632570"/>
            <a:ext cx="2709596" cy="461665"/>
          </a:xfrm>
          <a:prstGeom prst="rect">
            <a:avLst/>
          </a:prstGeom>
          <a:noFill/>
        </p:spPr>
        <p:txBody>
          <a:bodyPr wrap="square" rtlCol="0">
            <a:spAutoFit/>
          </a:bodyPr>
          <a:lstStyle/>
          <a:p>
            <a:pPr algn="l"/>
            <a:r>
              <a:rPr lang="en-IN" sz="2400" b="1" dirty="0"/>
              <a:t>Gesture: ✊Copy</a:t>
            </a:r>
            <a:endParaRPr lang="en-US" sz="2400" b="1" dirty="0"/>
          </a:p>
        </p:txBody>
      </p:sp>
      <p:sp>
        <p:nvSpPr>
          <p:cNvPr id="6" name="TextBox 5">
            <a:extLst>
              <a:ext uri="{FF2B5EF4-FFF2-40B4-BE49-F238E27FC236}">
                <a16:creationId xmlns:a16="http://schemas.microsoft.com/office/drawing/2014/main" id="{8CF21FA5-219B-EC01-66DE-63351583A66C}"/>
              </a:ext>
            </a:extLst>
          </p:cNvPr>
          <p:cNvSpPr txBox="1"/>
          <p:nvPr/>
        </p:nvSpPr>
        <p:spPr>
          <a:xfrm>
            <a:off x="7605937" y="632569"/>
            <a:ext cx="3502360" cy="461665"/>
          </a:xfrm>
          <a:prstGeom prst="rect">
            <a:avLst/>
          </a:prstGeom>
          <a:noFill/>
        </p:spPr>
        <p:txBody>
          <a:bodyPr wrap="square" rtlCol="0">
            <a:spAutoFit/>
          </a:bodyPr>
          <a:lstStyle/>
          <a:p>
            <a:pPr algn="l"/>
            <a:r>
              <a:rPr lang="en-IN" sz="2400" b="1" dirty="0"/>
              <a:t>Gesture: 🤚Paste</a:t>
            </a:r>
            <a:endParaRPr lang="en-US" sz="2400" b="1" dirty="0"/>
          </a:p>
        </p:txBody>
      </p:sp>
    </p:spTree>
    <p:extLst>
      <p:ext uri="{BB962C8B-B14F-4D97-AF65-F5344CB8AC3E}">
        <p14:creationId xmlns:p14="http://schemas.microsoft.com/office/powerpoint/2010/main" val="2501766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Full view">
            <a:extLst>
              <a:ext uri="{FF2B5EF4-FFF2-40B4-BE49-F238E27FC236}">
                <a16:creationId xmlns:a16="http://schemas.microsoft.com/office/drawing/2014/main" id="{1382F0F5-3BF5-7503-DD0B-628DC9552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DFBD164-B9FD-D4B7-15DA-CD0E4518D935}"/>
              </a:ext>
            </a:extLst>
          </p:cNvPr>
          <p:cNvSpPr txBox="1"/>
          <p:nvPr/>
        </p:nvSpPr>
        <p:spPr>
          <a:xfrm>
            <a:off x="5013648" y="281740"/>
            <a:ext cx="2164701"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TEST</a:t>
            </a:r>
            <a:r>
              <a:rPr lang="en-US" sz="2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CASES</a:t>
            </a:r>
            <a:endParaRPr lang="en-IN" sz="2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D71DB69-F2EF-A3F5-D387-29D5198E712A}"/>
              </a:ext>
            </a:extLst>
          </p:cNvPr>
          <p:cNvGraphicFramePr>
            <a:graphicFrameLocks noGrp="1"/>
          </p:cNvGraphicFramePr>
          <p:nvPr>
            <p:extLst>
              <p:ext uri="{D42A27DB-BD31-4B8C-83A1-F6EECF244321}">
                <p14:modId xmlns:p14="http://schemas.microsoft.com/office/powerpoint/2010/main" val="4149689247"/>
              </p:ext>
            </p:extLst>
          </p:nvPr>
        </p:nvGraphicFramePr>
        <p:xfrm>
          <a:off x="632923" y="745562"/>
          <a:ext cx="10926149" cy="5735903"/>
        </p:xfrm>
        <a:graphic>
          <a:graphicData uri="http://schemas.openxmlformats.org/drawingml/2006/table">
            <a:tbl>
              <a:tblPr firstRow="1" firstCol="1" bandRow="1">
                <a:tableStyleId>{5940675A-B579-460E-94D1-54222C63F5DA}</a:tableStyleId>
              </a:tblPr>
              <a:tblGrid>
                <a:gridCol w="811765">
                  <a:extLst>
                    <a:ext uri="{9D8B030D-6E8A-4147-A177-3AD203B41FA5}">
                      <a16:colId xmlns:a16="http://schemas.microsoft.com/office/drawing/2014/main" val="1077508699"/>
                    </a:ext>
                  </a:extLst>
                </a:gridCol>
                <a:gridCol w="1246881">
                  <a:extLst>
                    <a:ext uri="{9D8B030D-6E8A-4147-A177-3AD203B41FA5}">
                      <a16:colId xmlns:a16="http://schemas.microsoft.com/office/drawing/2014/main" val="1591242900"/>
                    </a:ext>
                  </a:extLst>
                </a:gridCol>
                <a:gridCol w="1965960">
                  <a:extLst>
                    <a:ext uri="{9D8B030D-6E8A-4147-A177-3AD203B41FA5}">
                      <a16:colId xmlns:a16="http://schemas.microsoft.com/office/drawing/2014/main" val="3439855253"/>
                    </a:ext>
                  </a:extLst>
                </a:gridCol>
                <a:gridCol w="2987040">
                  <a:extLst>
                    <a:ext uri="{9D8B030D-6E8A-4147-A177-3AD203B41FA5}">
                      <a16:colId xmlns:a16="http://schemas.microsoft.com/office/drawing/2014/main" val="3052597394"/>
                    </a:ext>
                  </a:extLst>
                </a:gridCol>
                <a:gridCol w="3062973">
                  <a:extLst>
                    <a:ext uri="{9D8B030D-6E8A-4147-A177-3AD203B41FA5}">
                      <a16:colId xmlns:a16="http://schemas.microsoft.com/office/drawing/2014/main" val="242359134"/>
                    </a:ext>
                  </a:extLst>
                </a:gridCol>
                <a:gridCol w="851530">
                  <a:extLst>
                    <a:ext uri="{9D8B030D-6E8A-4147-A177-3AD203B41FA5}">
                      <a16:colId xmlns:a16="http://schemas.microsoft.com/office/drawing/2014/main" val="3431065926"/>
                    </a:ext>
                  </a:extLst>
                </a:gridCol>
              </a:tblGrid>
              <a:tr h="579547">
                <a:tc>
                  <a:txBody>
                    <a:bodyPr/>
                    <a:lstStyle/>
                    <a:p>
                      <a:pPr algn="ct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Test Case ID</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Test Scenario</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Test Steps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Expected Result</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Actual Result</a:t>
                      </a:r>
                    </a:p>
                  </a:txBody>
                  <a:tcPr marL="68580" marR="68580" marT="0" marB="0"/>
                </a:tc>
                <a:tc>
                  <a:txBody>
                    <a:bodyPr/>
                    <a:lstStyle/>
                    <a:p>
                      <a:pPr algn="ctr">
                        <a:lnSpc>
                          <a:spcPct val="107000"/>
                        </a:lnSpc>
                        <a:spcAft>
                          <a:spcPts val="800"/>
                        </a:spcAft>
                        <a:buNone/>
                      </a:pPr>
                      <a:r>
                        <a:rPr lang="en-IN" sz="1800" b="1" kern="100" dirty="0">
                          <a:effectLst/>
                          <a:latin typeface="Times New Roman" panose="02020603050405020304" pitchFamily="18" charset="0"/>
                          <a:cs typeface="Times New Roman" panose="02020603050405020304" pitchFamily="18" charset="0"/>
                        </a:rPr>
                        <a:t>Status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4572791"/>
                  </a:ext>
                </a:extLst>
              </a:tr>
              <a:tr h="764882">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TC01</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Application Launch</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Run the integrated gesture_transfer.py on the device.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Camera opens, receiver thread starts, and sender window is visible.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Camera opens, receiver thread starts, and sender window is visible.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3006737"/>
                  </a:ext>
                </a:extLst>
              </a:tr>
              <a:tr h="1283340">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800" kern="100" dirty="0">
                          <a:effectLst/>
                          <a:latin typeface="Times New Roman" panose="02020603050405020304" pitchFamily="18" charset="0"/>
                          <a:cs typeface="Times New Roman" panose="02020603050405020304" pitchFamily="18" charset="0"/>
                        </a:rPr>
                        <a:t> TC02</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Copy Gesture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Show a closed fist (✊) in front of the camera.</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“Copy” gesture and sends a text message to the receiver. Receiver console prints the received text.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“Copy” gesture and sends a text message to the receiver. Receiver console prints the received text.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2341627"/>
                  </a:ext>
                </a:extLst>
              </a:tr>
              <a:tr h="1283340">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800" kern="100" dirty="0">
                          <a:effectLst/>
                          <a:latin typeface="Times New Roman" panose="02020603050405020304" pitchFamily="18" charset="0"/>
                          <a:cs typeface="Times New Roman" panose="02020603050405020304" pitchFamily="18" charset="0"/>
                        </a:rPr>
                        <a:t> TC03</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Paste Gesture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Show an open palm (🖐️) to the camera.</a:t>
                      </a:r>
                      <a:endParaRPr lang="en-US" sz="18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“Paste” gesture and sends an image to the receiver. Receiver displays the received image.</a:t>
                      </a:r>
                      <a:endParaRPr lang="en-IN" sz="18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“Paste” gesture and sends an image to the receiver. Receiver displays the received image.</a:t>
                      </a:r>
                      <a:endParaRPr lang="en-IN" sz="18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4204658"/>
                  </a:ext>
                </a:extLst>
              </a:tr>
              <a:tr h="1283340">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TC04</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Exit Gesture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Show the victory sign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“Exit” gesture, closes camera window, and terminates socket connections gracefully.</a:t>
                      </a:r>
                      <a:endParaRPr lang="en-IN" sz="18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the “Exit” gesture, closes camera window, and terminates socket connections gracefully.</a:t>
                      </a:r>
                      <a:endParaRPr lang="en-IN" sz="1800" kern="100" dirty="0">
                        <a:effectLst/>
                        <a:latin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1231828"/>
                  </a:ext>
                </a:extLst>
              </a:tr>
            </a:tbl>
          </a:graphicData>
        </a:graphic>
      </p:graphicFrame>
    </p:spTree>
    <p:extLst>
      <p:ext uri="{BB962C8B-B14F-4D97-AF65-F5344CB8AC3E}">
        <p14:creationId xmlns:p14="http://schemas.microsoft.com/office/powerpoint/2010/main" val="2575970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Full view">
            <a:extLst>
              <a:ext uri="{FF2B5EF4-FFF2-40B4-BE49-F238E27FC236}">
                <a16:creationId xmlns:a16="http://schemas.microsoft.com/office/drawing/2014/main" id="{7EEE00D3-D2B3-B589-96A6-01A886131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CD62EF84-5F82-0250-F694-FB0090B72790}"/>
              </a:ext>
            </a:extLst>
          </p:cNvPr>
          <p:cNvGraphicFramePr>
            <a:graphicFrameLocks noGrp="1"/>
          </p:cNvGraphicFramePr>
          <p:nvPr>
            <p:extLst>
              <p:ext uri="{D42A27DB-BD31-4B8C-83A1-F6EECF244321}">
                <p14:modId xmlns:p14="http://schemas.microsoft.com/office/powerpoint/2010/main" val="2177012782"/>
              </p:ext>
            </p:extLst>
          </p:nvPr>
        </p:nvGraphicFramePr>
        <p:xfrm>
          <a:off x="606491" y="800727"/>
          <a:ext cx="10552922" cy="5291079"/>
        </p:xfrm>
        <a:graphic>
          <a:graphicData uri="http://schemas.openxmlformats.org/drawingml/2006/table">
            <a:tbl>
              <a:tblPr firstRow="1" firstCol="1" bandRow="1">
                <a:tableStyleId>{5940675A-B579-460E-94D1-54222C63F5DA}</a:tableStyleId>
              </a:tblPr>
              <a:tblGrid>
                <a:gridCol w="793101">
                  <a:extLst>
                    <a:ext uri="{9D8B030D-6E8A-4147-A177-3AD203B41FA5}">
                      <a16:colId xmlns:a16="http://schemas.microsoft.com/office/drawing/2014/main" val="320504653"/>
                    </a:ext>
                  </a:extLst>
                </a:gridCol>
                <a:gridCol w="1452202">
                  <a:extLst>
                    <a:ext uri="{9D8B030D-6E8A-4147-A177-3AD203B41FA5}">
                      <a16:colId xmlns:a16="http://schemas.microsoft.com/office/drawing/2014/main" val="3023633031"/>
                    </a:ext>
                  </a:extLst>
                </a:gridCol>
                <a:gridCol w="1951091">
                  <a:extLst>
                    <a:ext uri="{9D8B030D-6E8A-4147-A177-3AD203B41FA5}">
                      <a16:colId xmlns:a16="http://schemas.microsoft.com/office/drawing/2014/main" val="413269654"/>
                    </a:ext>
                  </a:extLst>
                </a:gridCol>
                <a:gridCol w="2684716">
                  <a:extLst>
                    <a:ext uri="{9D8B030D-6E8A-4147-A177-3AD203B41FA5}">
                      <a16:colId xmlns:a16="http://schemas.microsoft.com/office/drawing/2014/main" val="2750428697"/>
                    </a:ext>
                  </a:extLst>
                </a:gridCol>
                <a:gridCol w="2869488">
                  <a:extLst>
                    <a:ext uri="{9D8B030D-6E8A-4147-A177-3AD203B41FA5}">
                      <a16:colId xmlns:a16="http://schemas.microsoft.com/office/drawing/2014/main" val="2041683273"/>
                    </a:ext>
                  </a:extLst>
                </a:gridCol>
                <a:gridCol w="802324">
                  <a:extLst>
                    <a:ext uri="{9D8B030D-6E8A-4147-A177-3AD203B41FA5}">
                      <a16:colId xmlns:a16="http://schemas.microsoft.com/office/drawing/2014/main" val="1102910542"/>
                    </a:ext>
                  </a:extLst>
                </a:gridCol>
              </a:tblGrid>
              <a:tr h="1517940">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TC05</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Simultaneous Send/Receive Test (Same Device)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Run sender and receiver in the same script (localhost 127.0.0.1).</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Text and image transfer occur within the same device successfully. No connection error.</a:t>
                      </a:r>
                      <a:r>
                        <a:rPr lang="en-IN" sz="1800" kern="100" dirty="0">
                          <a:effectLst/>
                          <a:latin typeface="Times New Roman" panose="02020603050405020304" pitchFamily="18" charset="0"/>
                          <a:cs typeface="Times New Roman" panose="02020603050405020304" pitchFamily="18" charset="0"/>
                        </a:rPr>
                        <a:t>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Text and image transfer occur within the same device successfully. No connection error.</a:t>
                      </a:r>
                      <a:r>
                        <a:rPr lang="en-IN" sz="1800" kern="100" dirty="0">
                          <a:effectLst/>
                          <a:latin typeface="Times New Roman" panose="02020603050405020304" pitchFamily="18" charset="0"/>
                          <a:cs typeface="Times New Roman" panose="02020603050405020304" pitchFamily="18" charset="0"/>
                        </a:rPr>
                        <a:t>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1388604"/>
                  </a:ext>
                </a:extLst>
              </a:tr>
              <a:tr h="1119707">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TC06</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Network Failure Simulation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Stop receiver manually while sender is active.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Sender displays connection error; program handles it gracefully without crashing.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Sender displays connection error; program handles it gracefully without crashing.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6102882"/>
                  </a:ext>
                </a:extLst>
              </a:tr>
              <a:tr h="1499192">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TC07</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Performance under Continuous Gestures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Perform multiple gestures repeatedly for 1 minute.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gestures consistently and transmits all messages without delay or freezing.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800" dirty="0">
                          <a:latin typeface="Times New Roman" panose="02020603050405020304" pitchFamily="18" charset="0"/>
                          <a:cs typeface="Times New Roman" panose="02020603050405020304" pitchFamily="18" charset="0"/>
                        </a:rPr>
                        <a:t>The system detects gestures consistently and transmits all messages without delay or freezing.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4345484"/>
                  </a:ext>
                </a:extLst>
              </a:tr>
              <a:tr h="1119707">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TC08</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Invalid Gesture Handling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dirty="0">
                          <a:latin typeface="Times New Roman" panose="02020603050405020304" pitchFamily="18" charset="0"/>
                          <a:cs typeface="Times New Roman" panose="02020603050405020304" pitchFamily="18" charset="0"/>
                        </a:rPr>
                        <a:t>Show random or incomplete hand signs.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System correctly ignores them (no false detection, no transmission).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dirty="0">
                          <a:latin typeface="Times New Roman" panose="02020603050405020304" pitchFamily="18" charset="0"/>
                          <a:cs typeface="Times New Roman" panose="02020603050405020304" pitchFamily="18" charset="0"/>
                        </a:rPr>
                        <a:t>System correctly ignores them (no false detection, no transmission).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800" kern="10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8622017"/>
                  </a:ext>
                </a:extLst>
              </a:tr>
            </a:tbl>
          </a:graphicData>
        </a:graphic>
      </p:graphicFrame>
    </p:spTree>
    <p:extLst>
      <p:ext uri="{BB962C8B-B14F-4D97-AF65-F5344CB8AC3E}">
        <p14:creationId xmlns:p14="http://schemas.microsoft.com/office/powerpoint/2010/main" val="3276053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Full view">
            <a:extLst>
              <a:ext uri="{FF2B5EF4-FFF2-40B4-BE49-F238E27FC236}">
                <a16:creationId xmlns:a16="http://schemas.microsoft.com/office/drawing/2014/main" id="{71553755-5A13-B122-C087-8050A48C1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E8AB816-87F5-E5F9-CB0F-BBB173616D1F}"/>
              </a:ext>
            </a:extLst>
          </p:cNvPr>
          <p:cNvSpPr txBox="1"/>
          <p:nvPr/>
        </p:nvSpPr>
        <p:spPr>
          <a:xfrm>
            <a:off x="4910397" y="475595"/>
            <a:ext cx="2273379"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CONCLUSION</a:t>
            </a:r>
            <a:endParaRPr lang="en-IN" sz="2400" b="1" dirty="0">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C305E9BE-FC73-C305-A544-8BD0483A926E}"/>
              </a:ext>
            </a:extLst>
          </p:cNvPr>
          <p:cNvSpPr>
            <a:spLocks noChangeArrowheads="1"/>
          </p:cNvSpPr>
          <p:nvPr/>
        </p:nvSpPr>
        <p:spPr bwMode="auto">
          <a:xfrm>
            <a:off x="648137" y="1068979"/>
            <a:ext cx="10895726" cy="544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1.The Gesture Drop – Touchless Text and Image Transfer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introduces a contactless digital communication method using computer vision, gesture recognition, and socket programming — replacing traditional inputs like keyboards and touchscreens with natural hand gestures.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OpenCV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gestures and perform actions like copy, paste, select, scroll, screenshot, and clear.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sockets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enables smooth data transfer between devices, ensuring efficiency and ease of use.</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showcases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gesture recognition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way to enhance digital accessibility, benefiting physically challenged users and those in hygiene-sensitive environments such as hospitals and labs by reducing physical contact and contamination risks.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4.Gesture Drop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lays the groundwork for applications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AR/VR, smart environments, and remote collaboration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combining real-time vision with intuitive gesture control for futuristic, hands-free computing.</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project demonstrates that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recognition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powerful, efficient, and sustainable approach to modern human–computer interaction, paving the way for further innovation and research.</a:t>
            </a:r>
          </a:p>
        </p:txBody>
      </p:sp>
    </p:spTree>
    <p:extLst>
      <p:ext uri="{BB962C8B-B14F-4D97-AF65-F5344CB8AC3E}">
        <p14:creationId xmlns:p14="http://schemas.microsoft.com/office/powerpoint/2010/main" val="1967407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descr="Full view">
            <a:extLst>
              <a:ext uri="{FF2B5EF4-FFF2-40B4-BE49-F238E27FC236}">
                <a16:creationId xmlns:a16="http://schemas.microsoft.com/office/drawing/2014/main" id="{D3C029EC-8B9C-3343-8B27-30ED95A58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1999" cy="68580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8D389CC-A9F6-4287-C62A-EFE05BE35D87}"/>
              </a:ext>
            </a:extLst>
          </p:cNvPr>
          <p:cNvSpPr txBox="1"/>
          <p:nvPr/>
        </p:nvSpPr>
        <p:spPr>
          <a:xfrm>
            <a:off x="4100101" y="460897"/>
            <a:ext cx="3991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FUTURE ENHANCEMENT</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519615-96A9-E68A-97A6-DC5EC9A0D341}"/>
              </a:ext>
            </a:extLst>
          </p:cNvPr>
          <p:cNvSpPr txBox="1"/>
          <p:nvPr/>
        </p:nvSpPr>
        <p:spPr>
          <a:xfrm>
            <a:off x="1615752" y="5228124"/>
            <a:ext cx="10133045" cy="369332"/>
          </a:xfrm>
          <a:prstGeom prst="rect">
            <a:avLst/>
          </a:prstGeom>
          <a:noFill/>
        </p:spPr>
        <p:txBody>
          <a:bodyPr wrap="square" rtlCol="0">
            <a:spAutoFit/>
          </a:bodyPr>
          <a:lstStyle/>
          <a:p>
            <a:r>
              <a:rPr lang="en-IN" dirty="0"/>
              <a:t>1.  </a:t>
            </a:r>
          </a:p>
        </p:txBody>
      </p:sp>
      <p:sp>
        <p:nvSpPr>
          <p:cNvPr id="6" name="Rectangle 4">
            <a:extLst>
              <a:ext uri="{FF2B5EF4-FFF2-40B4-BE49-F238E27FC236}">
                <a16:creationId xmlns:a16="http://schemas.microsoft.com/office/drawing/2014/main" id="{83920B5A-6882-B857-B6A1-F1CE7C24B69E}"/>
              </a:ext>
            </a:extLst>
          </p:cNvPr>
          <p:cNvSpPr>
            <a:spLocks noChangeArrowheads="1"/>
          </p:cNvSpPr>
          <p:nvPr/>
        </p:nvSpPr>
        <p:spPr bwMode="auto">
          <a:xfrm>
            <a:off x="580767" y="4172803"/>
            <a:ext cx="1109183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A56DEC85-5E76-1C28-2278-FB7137288519}"/>
              </a:ext>
            </a:extLst>
          </p:cNvPr>
          <p:cNvSpPr>
            <a:spLocks noChangeArrowheads="1"/>
          </p:cNvSpPr>
          <p:nvPr/>
        </p:nvSpPr>
        <p:spPr bwMode="auto">
          <a:xfrm>
            <a:off x="733167" y="4325203"/>
            <a:ext cx="1109183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E31ABDAE-F741-F52E-4D3E-EC08DF66B06A}"/>
              </a:ext>
            </a:extLst>
          </p:cNvPr>
          <p:cNvSpPr>
            <a:spLocks noChangeArrowheads="1"/>
          </p:cNvSpPr>
          <p:nvPr/>
        </p:nvSpPr>
        <p:spPr bwMode="auto">
          <a:xfrm>
            <a:off x="885567" y="4477603"/>
            <a:ext cx="1109183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438CDE0D-12DB-EF00-4743-47535E9AC2AE}"/>
              </a:ext>
            </a:extLst>
          </p:cNvPr>
          <p:cNvSpPr>
            <a:spLocks noChangeArrowheads="1"/>
          </p:cNvSpPr>
          <p:nvPr/>
        </p:nvSpPr>
        <p:spPr bwMode="auto">
          <a:xfrm>
            <a:off x="1037967" y="4630003"/>
            <a:ext cx="1109183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4">
            <a:extLst>
              <a:ext uri="{FF2B5EF4-FFF2-40B4-BE49-F238E27FC236}">
                <a16:creationId xmlns:a16="http://schemas.microsoft.com/office/drawing/2014/main" id="{13171F8F-A80E-4F55-0065-B4A833EA7327}"/>
              </a:ext>
            </a:extLst>
          </p:cNvPr>
          <p:cNvSpPr>
            <a:spLocks noChangeArrowheads="1"/>
          </p:cNvSpPr>
          <p:nvPr/>
        </p:nvSpPr>
        <p:spPr bwMode="auto">
          <a:xfrm>
            <a:off x="1190367" y="4782403"/>
            <a:ext cx="1109183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Rectangle 1">
            <a:extLst>
              <a:ext uri="{FF2B5EF4-FFF2-40B4-BE49-F238E27FC236}">
                <a16:creationId xmlns:a16="http://schemas.microsoft.com/office/drawing/2014/main" id="{C89C2C0A-6774-FDDD-08BF-A049030DFBEF}"/>
              </a:ext>
            </a:extLst>
          </p:cNvPr>
          <p:cNvSpPr>
            <a:spLocks noChangeArrowheads="1"/>
          </p:cNvSpPr>
          <p:nvPr/>
        </p:nvSpPr>
        <p:spPr bwMode="auto">
          <a:xfrm>
            <a:off x="443203" y="1467523"/>
            <a:ext cx="11534194"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1.Gesture Accuracy Optimization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updates can use deep learning models to improve gesture accuracy under varying lighting, hand positions, and backgrounds.</a:t>
            </a:r>
          </a:p>
          <a:p>
            <a:pPr marL="0" marR="0" lvl="0" indent="0"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2.Cross-Platform Support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Extend compatibility to Android and iOS for gesture-based data transfer across laptops, smartphones, and tablets.</a:t>
            </a:r>
          </a:p>
          <a:p>
            <a:pPr marL="0" marR="0" lvl="0" indent="0"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3.Encrypted Data Transfer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end-to-end encryption to ensure secure and private transmission of text and image data.</a:t>
            </a:r>
          </a:p>
          <a:p>
            <a:pPr marL="0" marR="0" lvl="0" indent="0" defTabSz="914400" rtl="0" eaLnBrk="0" fontAlgn="base" latinLnBrk="0" hangingPunct="0">
              <a:lnSpc>
                <a:spcPct val="15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4.</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Customization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users to create personalized gestures for actions like copy, paste, delete, or open, increasing flexibility and user control.</a:t>
            </a:r>
          </a:p>
          <a:p>
            <a:pPr marL="0" marR="0" lvl="0" indent="0"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5.Real-Time Multi-User Communication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multiple users to interact and share data simultaneously, supporting collaboration in classrooms, meetings, and remote work.</a:t>
            </a:r>
          </a:p>
          <a:p>
            <a:pPr marL="0" marR="0" lvl="0" indent="0"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6.Improved UI and Feedback :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interactive interface with visual and audio feedback to confirm gestures, transfers, and connection status.</a:t>
            </a:r>
          </a:p>
        </p:txBody>
      </p:sp>
    </p:spTree>
    <p:extLst>
      <p:ext uri="{BB962C8B-B14F-4D97-AF65-F5344CB8AC3E}">
        <p14:creationId xmlns:p14="http://schemas.microsoft.com/office/powerpoint/2010/main" val="23384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8" descr="Full view">
            <a:extLst>
              <a:ext uri="{FF2B5EF4-FFF2-40B4-BE49-F238E27FC236}">
                <a16:creationId xmlns:a16="http://schemas.microsoft.com/office/drawing/2014/main" id="{F440FBA7-E765-DED6-D90F-B82CD375C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888"/>
          <a:stretch>
            <a:fillRect/>
          </a:stretch>
        </p:blipFill>
        <p:spPr bwMode="auto">
          <a:xfrm>
            <a:off x="0" y="0"/>
            <a:ext cx="12191999" cy="68575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C3A56ED-A830-72A9-19F2-CCB9FAEF0CF8}"/>
              </a:ext>
            </a:extLst>
          </p:cNvPr>
          <p:cNvSpPr txBox="1"/>
          <p:nvPr/>
        </p:nvSpPr>
        <p:spPr>
          <a:xfrm>
            <a:off x="4945226" y="597160"/>
            <a:ext cx="256591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03CC32B6-C1FC-820B-01E2-8FFB5F0A5577}"/>
              </a:ext>
            </a:extLst>
          </p:cNvPr>
          <p:cNvSpPr txBox="1"/>
          <p:nvPr/>
        </p:nvSpPr>
        <p:spPr>
          <a:xfrm>
            <a:off x="1124340" y="1407149"/>
            <a:ext cx="10356980" cy="5450851"/>
          </a:xfrm>
          <a:prstGeom prst="rect">
            <a:avLst/>
          </a:prstGeom>
          <a:noFill/>
        </p:spPr>
        <p:txBody>
          <a:bodyPr wrap="square" rtlCol="0">
            <a:spAutoFit/>
          </a:bodyPr>
          <a:lstStyle/>
          <a:p>
            <a:pPr>
              <a:lnSpc>
                <a:spcPct val="150000"/>
              </a:lnSpc>
            </a:pPr>
            <a:r>
              <a:rPr lang="en-IN" b="1" dirty="0"/>
              <a:t>1.   </a:t>
            </a:r>
            <a:r>
              <a:rPr lang="en-IN" b="1" dirty="0" err="1"/>
              <a:t>MediaPipe</a:t>
            </a:r>
            <a:r>
              <a:rPr lang="en-IN" b="1" dirty="0"/>
              <a:t> Documentation</a:t>
            </a:r>
          </a:p>
          <a:p>
            <a:pPr>
              <a:lnSpc>
                <a:spcPct val="150000"/>
              </a:lnSpc>
            </a:pPr>
            <a:r>
              <a:rPr lang="en-IN" b="1" dirty="0"/>
              <a:t>      </a:t>
            </a:r>
            <a:r>
              <a:rPr lang="en-IN" dirty="0">
                <a:hlinkClick r:id="rId3"/>
              </a:rPr>
              <a:t>https://developers.google.com/mediapipe</a:t>
            </a:r>
            <a:endParaRPr lang="en-IN" dirty="0"/>
          </a:p>
          <a:p>
            <a:pPr>
              <a:lnSpc>
                <a:spcPct val="150000"/>
              </a:lnSpc>
            </a:pPr>
            <a:r>
              <a:rPr lang="en-IN" dirty="0"/>
              <a:t>2. </a:t>
            </a:r>
            <a:r>
              <a:rPr lang="en-IN" b="1" dirty="0"/>
              <a:t>Python Socket Programming Guide</a:t>
            </a:r>
          </a:p>
          <a:p>
            <a:pPr>
              <a:lnSpc>
                <a:spcPct val="150000"/>
              </a:lnSpc>
            </a:pPr>
            <a:r>
              <a:rPr lang="en-IN" b="1" dirty="0"/>
              <a:t>     </a:t>
            </a:r>
            <a:r>
              <a:rPr lang="en-IN" dirty="0">
                <a:hlinkClick r:id="rId4"/>
              </a:rPr>
              <a:t>https://realpython.com/python-sockets/</a:t>
            </a:r>
            <a:endParaRPr lang="en-IN" dirty="0"/>
          </a:p>
          <a:p>
            <a:pPr marL="342900" indent="-342900">
              <a:lnSpc>
                <a:spcPct val="150000"/>
              </a:lnSpc>
              <a:buAutoNum type="arabicPeriod" startAt="3"/>
            </a:pPr>
            <a:r>
              <a:rPr lang="en-IN" b="1" dirty="0"/>
              <a:t>OpenCV and </a:t>
            </a:r>
            <a:r>
              <a:rPr lang="en-IN" b="1" dirty="0" err="1"/>
              <a:t>MediaPipe</a:t>
            </a:r>
            <a:r>
              <a:rPr lang="en-IN" b="1" dirty="0"/>
              <a:t> Integration Example</a:t>
            </a:r>
          </a:p>
          <a:p>
            <a:pPr>
              <a:lnSpc>
                <a:spcPct val="150000"/>
              </a:lnSpc>
            </a:pPr>
            <a:r>
              <a:rPr lang="en-IN" b="1" dirty="0"/>
              <a:t>      </a:t>
            </a:r>
            <a:r>
              <a:rPr lang="en-IN" dirty="0">
                <a:hlinkClick r:id="rId5"/>
              </a:rPr>
              <a:t>https://learnopencv.com/mediapipe-hand-tracking/</a:t>
            </a:r>
            <a:endParaRPr lang="en-US" dirty="0"/>
          </a:p>
          <a:p>
            <a:pPr>
              <a:lnSpc>
                <a:spcPct val="150000"/>
              </a:lnSpc>
            </a:pPr>
            <a:r>
              <a:rPr lang="en-IN" b="1" dirty="0"/>
              <a:t>4. Python Threading and Networking Concept</a:t>
            </a:r>
          </a:p>
          <a:p>
            <a:pPr>
              <a:lnSpc>
                <a:spcPct val="150000"/>
              </a:lnSpc>
            </a:pPr>
            <a:r>
              <a:rPr lang="en-IN" b="1" dirty="0"/>
              <a:t>      </a:t>
            </a:r>
            <a:r>
              <a:rPr lang="en-IN" dirty="0">
                <a:hlinkClick r:id="rId6"/>
              </a:rPr>
              <a:t>https://docs.python.org/3/library/threading.html</a:t>
            </a:r>
            <a:endParaRPr lang="en-US" dirty="0"/>
          </a:p>
          <a:p>
            <a:pPr>
              <a:lnSpc>
                <a:spcPct val="150000"/>
              </a:lnSpc>
            </a:pPr>
            <a:r>
              <a:rPr lang="en-IN" b="1" dirty="0"/>
              <a:t>5.  Pillow (PIL) Image Processing Library</a:t>
            </a:r>
          </a:p>
          <a:p>
            <a:pPr>
              <a:lnSpc>
                <a:spcPct val="150000"/>
              </a:lnSpc>
            </a:pPr>
            <a:r>
              <a:rPr lang="en-IN" b="1" dirty="0"/>
              <a:t>      </a:t>
            </a:r>
            <a:r>
              <a:rPr lang="en-IN" dirty="0">
                <a:hlinkClick r:id="rId7"/>
              </a:rPr>
              <a:t>https://pillow.readthedocs.io/en/stable/</a:t>
            </a:r>
            <a:endParaRPr lang="en-US" dirty="0"/>
          </a:p>
          <a:p>
            <a:pPr>
              <a:lnSpc>
                <a:spcPct val="150000"/>
              </a:lnSpc>
            </a:pPr>
            <a:endParaRPr lang="en-IN" b="1" dirty="0"/>
          </a:p>
          <a:p>
            <a:pPr>
              <a:lnSpc>
                <a:spcPct val="150000"/>
              </a:lnSpc>
            </a:pPr>
            <a:r>
              <a:rPr lang="en-IN" dirty="0"/>
              <a:t>      </a:t>
            </a:r>
          </a:p>
          <a:p>
            <a:pPr>
              <a:lnSpc>
                <a:spcPct val="150000"/>
              </a:lnSpc>
            </a:pPr>
            <a:r>
              <a:rPr lang="en-IN" dirty="0"/>
              <a:t>       </a:t>
            </a:r>
          </a:p>
        </p:txBody>
      </p:sp>
    </p:spTree>
    <p:extLst>
      <p:ext uri="{BB962C8B-B14F-4D97-AF65-F5344CB8AC3E}">
        <p14:creationId xmlns:p14="http://schemas.microsoft.com/office/powerpoint/2010/main" val="1119117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is contains: thank you cards, thank you cards wedding, thank you cards business, thank you cards diy, thank you cards messagese, thank you cards from kids, thank you cards for teachers, thank you cards messages gratitude note,  thank you cards for small business, thank you cards messages business">
            <a:extLst>
              <a:ext uri="{FF2B5EF4-FFF2-40B4-BE49-F238E27FC236}">
                <a16:creationId xmlns:a16="http://schemas.microsoft.com/office/drawing/2014/main" id="{33E8923B-CBAE-14F3-97C4-F096518FD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82" y="69575"/>
            <a:ext cx="12120318" cy="6549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2851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1752</TotalTime>
  <Words>2510</Words>
  <Application>Microsoft Office PowerPoint</Application>
  <PresentationFormat>Widescreen</PresentationFormat>
  <Paragraphs>351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sruthi duduka</dc:creator>
  <cp:lastModifiedBy>RAJESH KHANNA</cp:lastModifiedBy>
  <cp:revision>34</cp:revision>
  <dcterms:created xsi:type="dcterms:W3CDTF">2025-08-14T05:56:25Z</dcterms:created>
  <dcterms:modified xsi:type="dcterms:W3CDTF">2025-11-12T09:56:49Z</dcterms:modified>
</cp:coreProperties>
</file>